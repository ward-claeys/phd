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0" r:id="rId5"/>
    <p:sldId id="265" r:id="rId6"/>
    <p:sldId id="261" r:id="rId7"/>
    <p:sldId id="262" r:id="rId8"/>
    <p:sldId id="263" r:id="rId9"/>
    <p:sldId id="264" r:id="rId10"/>
    <p:sldId id="266" r:id="rId11"/>
    <p:sldId id="257" r:id="rId12"/>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533"/>
    <p:restoredTop sz="94712"/>
  </p:normalViewPr>
  <p:slideViewPr>
    <p:cSldViewPr snapToGrid="0">
      <p:cViewPr varScale="1">
        <p:scale>
          <a:sx n="62" d="100"/>
          <a:sy n="62" d="100"/>
        </p:scale>
        <p:origin x="208" y="1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2EC69A-A0D1-6244-99BA-22C5BFBE36E8}" type="datetimeFigureOut">
              <a:rPr lang="en-BE" smtClean="0"/>
              <a:t>04/05/2026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57CEED-7CD0-2E42-AE2A-F25929B25B1C}" type="slidenum">
              <a:rPr lang="en-BE" smtClean="0"/>
              <a:t>‹#›</a:t>
            </a:fld>
            <a:endParaRPr lang="en-BE"/>
          </a:p>
        </p:txBody>
      </p:sp>
    </p:spTree>
    <p:extLst>
      <p:ext uri="{BB962C8B-B14F-4D97-AF65-F5344CB8AC3E}">
        <p14:creationId xmlns:p14="http://schemas.microsoft.com/office/powerpoint/2010/main" val="1750154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There are hidden doors in the wall that you need to find. If you get through 20 walls without missing, you will reach the treasure room. </a:t>
            </a:r>
          </a:p>
        </p:txBody>
      </p:sp>
      <p:sp>
        <p:nvSpPr>
          <p:cNvPr id="4" name="Slide Number Placeholder 3"/>
          <p:cNvSpPr>
            <a:spLocks noGrp="1"/>
          </p:cNvSpPr>
          <p:nvPr>
            <p:ph type="sldNum" sz="quarter" idx="5"/>
          </p:nvPr>
        </p:nvSpPr>
        <p:spPr/>
        <p:txBody>
          <a:bodyPr/>
          <a:lstStyle/>
          <a:p>
            <a:fld id="{F62A6887-9C98-114E-B7C9-E50A9DAB836F}" type="slidenum">
              <a:rPr lang="en-BE" smtClean="0"/>
              <a:t>2</a:t>
            </a:fld>
            <a:endParaRPr lang="en-BE"/>
          </a:p>
        </p:txBody>
      </p:sp>
    </p:spTree>
    <p:extLst>
      <p:ext uri="{BB962C8B-B14F-4D97-AF65-F5344CB8AC3E}">
        <p14:creationId xmlns:p14="http://schemas.microsoft.com/office/powerpoint/2010/main" val="4014347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AE36E-A333-AEA1-9A72-E8AAA2ED9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FD2198-C9F5-6820-D1CF-FBBB65F4D9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00A73-151E-EF17-AB6B-911CE047B810}"/>
              </a:ext>
            </a:extLst>
          </p:cNvPr>
          <p:cNvSpPr>
            <a:spLocks noGrp="1"/>
          </p:cNvSpPr>
          <p:nvPr>
            <p:ph type="body" idx="1"/>
          </p:nvPr>
        </p:nvSpPr>
        <p:spPr/>
        <p:txBody>
          <a:bodyPr/>
          <a:lstStyle/>
          <a:p>
            <a:r>
              <a:rPr lang="en-BE" dirty="0"/>
              <a:t>There are hidden doors in the wall that you need to find. If you get through 20 walls without missing, you will reach the treasure room. </a:t>
            </a:r>
          </a:p>
        </p:txBody>
      </p:sp>
      <p:sp>
        <p:nvSpPr>
          <p:cNvPr id="4" name="Slide Number Placeholder 3">
            <a:extLst>
              <a:ext uri="{FF2B5EF4-FFF2-40B4-BE49-F238E27FC236}">
                <a16:creationId xmlns:a16="http://schemas.microsoft.com/office/drawing/2014/main" id="{4B7418C8-F316-9601-3B91-0C52B1A58216}"/>
              </a:ext>
            </a:extLst>
          </p:cNvPr>
          <p:cNvSpPr>
            <a:spLocks noGrp="1"/>
          </p:cNvSpPr>
          <p:nvPr>
            <p:ph type="sldNum" sz="quarter" idx="5"/>
          </p:nvPr>
        </p:nvSpPr>
        <p:spPr/>
        <p:txBody>
          <a:bodyPr/>
          <a:lstStyle/>
          <a:p>
            <a:fld id="{F62A6887-9C98-114E-B7C9-E50A9DAB836F}" type="slidenum">
              <a:rPr lang="en-BE" smtClean="0"/>
              <a:t>3</a:t>
            </a:fld>
            <a:endParaRPr lang="en-BE"/>
          </a:p>
        </p:txBody>
      </p:sp>
    </p:spTree>
    <p:extLst>
      <p:ext uri="{BB962C8B-B14F-4D97-AF65-F5344CB8AC3E}">
        <p14:creationId xmlns:p14="http://schemas.microsoft.com/office/powerpoint/2010/main" val="4220793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D5BC1-23B1-224F-0198-F3EBD5708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D67B2-9356-1611-D136-5F47762820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92A25-1423-499E-1992-28E5B8A6D3D8}"/>
              </a:ext>
            </a:extLst>
          </p:cNvPr>
          <p:cNvSpPr>
            <a:spLocks noGrp="1"/>
          </p:cNvSpPr>
          <p:nvPr>
            <p:ph type="body" idx="1"/>
          </p:nvPr>
        </p:nvSpPr>
        <p:spPr/>
        <p:txBody>
          <a:bodyPr/>
          <a:lstStyle/>
          <a:p>
            <a:r>
              <a:rPr lang="en-BE" dirty="0"/>
              <a:t>There are hidden doors in the wall that you need to find. If you get through 20 walls without missing, you will reach the treasure room. </a:t>
            </a:r>
          </a:p>
        </p:txBody>
      </p:sp>
      <p:sp>
        <p:nvSpPr>
          <p:cNvPr id="4" name="Slide Number Placeholder 3">
            <a:extLst>
              <a:ext uri="{FF2B5EF4-FFF2-40B4-BE49-F238E27FC236}">
                <a16:creationId xmlns:a16="http://schemas.microsoft.com/office/drawing/2014/main" id="{D3DAD084-5C20-C030-8D24-AC213AAFFA6F}"/>
              </a:ext>
            </a:extLst>
          </p:cNvPr>
          <p:cNvSpPr>
            <a:spLocks noGrp="1"/>
          </p:cNvSpPr>
          <p:nvPr>
            <p:ph type="sldNum" sz="quarter" idx="5"/>
          </p:nvPr>
        </p:nvSpPr>
        <p:spPr/>
        <p:txBody>
          <a:bodyPr/>
          <a:lstStyle/>
          <a:p>
            <a:fld id="{F62A6887-9C98-114E-B7C9-E50A9DAB836F}" type="slidenum">
              <a:rPr lang="en-BE" smtClean="0"/>
              <a:t>4</a:t>
            </a:fld>
            <a:endParaRPr lang="en-BE"/>
          </a:p>
        </p:txBody>
      </p:sp>
    </p:spTree>
    <p:extLst>
      <p:ext uri="{BB962C8B-B14F-4D97-AF65-F5344CB8AC3E}">
        <p14:creationId xmlns:p14="http://schemas.microsoft.com/office/powerpoint/2010/main" val="3152244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0505-3261-2017-7B47-35C759BD2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70503-E810-600E-B73E-FBDBA098CD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677D5-EB75-A268-44A4-0EC5D2179B93}"/>
              </a:ext>
            </a:extLst>
          </p:cNvPr>
          <p:cNvSpPr>
            <a:spLocks noGrp="1"/>
          </p:cNvSpPr>
          <p:nvPr>
            <p:ph type="body" idx="1"/>
          </p:nvPr>
        </p:nvSpPr>
        <p:spPr/>
        <p:txBody>
          <a:bodyPr/>
          <a:lstStyle/>
          <a:p>
            <a:r>
              <a:rPr lang="en-BE" dirty="0"/>
              <a:t>There are hidden doors in the wall that you need to find. If you get through 20 walls without missing, you will reach the treasure room. </a:t>
            </a:r>
          </a:p>
        </p:txBody>
      </p:sp>
      <p:sp>
        <p:nvSpPr>
          <p:cNvPr id="4" name="Slide Number Placeholder 3">
            <a:extLst>
              <a:ext uri="{FF2B5EF4-FFF2-40B4-BE49-F238E27FC236}">
                <a16:creationId xmlns:a16="http://schemas.microsoft.com/office/drawing/2014/main" id="{79B102CA-D106-4534-CEFA-1278C5F1D1C2}"/>
              </a:ext>
            </a:extLst>
          </p:cNvPr>
          <p:cNvSpPr>
            <a:spLocks noGrp="1"/>
          </p:cNvSpPr>
          <p:nvPr>
            <p:ph type="sldNum" sz="quarter" idx="5"/>
          </p:nvPr>
        </p:nvSpPr>
        <p:spPr/>
        <p:txBody>
          <a:bodyPr/>
          <a:lstStyle/>
          <a:p>
            <a:fld id="{F62A6887-9C98-114E-B7C9-E50A9DAB836F}" type="slidenum">
              <a:rPr lang="en-BE" smtClean="0"/>
              <a:t>5</a:t>
            </a:fld>
            <a:endParaRPr lang="en-BE"/>
          </a:p>
        </p:txBody>
      </p:sp>
    </p:spTree>
    <p:extLst>
      <p:ext uri="{BB962C8B-B14F-4D97-AF65-F5344CB8AC3E}">
        <p14:creationId xmlns:p14="http://schemas.microsoft.com/office/powerpoint/2010/main" val="2552098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3D243-1254-B505-EC05-7DBE91153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C25D1-CC17-B4D6-6408-554B63B53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D5DED2-B195-E27F-0E4B-8BFCC50FF79F}"/>
              </a:ext>
            </a:extLst>
          </p:cNvPr>
          <p:cNvSpPr>
            <a:spLocks noGrp="1"/>
          </p:cNvSpPr>
          <p:nvPr>
            <p:ph type="body" idx="1"/>
          </p:nvPr>
        </p:nvSpPr>
        <p:spPr/>
        <p:txBody>
          <a:bodyPr/>
          <a:lstStyle/>
          <a:p>
            <a:r>
              <a:rPr lang="en-BE" dirty="0"/>
              <a:t>There are hidden doors in the wall that you need to find. If you get through 20 walls without missing, you will reach the treasure room. </a:t>
            </a:r>
          </a:p>
        </p:txBody>
      </p:sp>
      <p:sp>
        <p:nvSpPr>
          <p:cNvPr id="4" name="Slide Number Placeholder 3">
            <a:extLst>
              <a:ext uri="{FF2B5EF4-FFF2-40B4-BE49-F238E27FC236}">
                <a16:creationId xmlns:a16="http://schemas.microsoft.com/office/drawing/2014/main" id="{D84BFC3B-AC30-12CB-C8FF-3BA8CB36DEED}"/>
              </a:ext>
            </a:extLst>
          </p:cNvPr>
          <p:cNvSpPr>
            <a:spLocks noGrp="1"/>
          </p:cNvSpPr>
          <p:nvPr>
            <p:ph type="sldNum" sz="quarter" idx="5"/>
          </p:nvPr>
        </p:nvSpPr>
        <p:spPr/>
        <p:txBody>
          <a:bodyPr/>
          <a:lstStyle/>
          <a:p>
            <a:fld id="{F62A6887-9C98-114E-B7C9-E50A9DAB836F}" type="slidenum">
              <a:rPr lang="en-BE" smtClean="0"/>
              <a:t>6</a:t>
            </a:fld>
            <a:endParaRPr lang="en-BE"/>
          </a:p>
        </p:txBody>
      </p:sp>
    </p:spTree>
    <p:extLst>
      <p:ext uri="{BB962C8B-B14F-4D97-AF65-F5344CB8AC3E}">
        <p14:creationId xmlns:p14="http://schemas.microsoft.com/office/powerpoint/2010/main" val="1037159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C84EB-0BD8-C09A-5D79-79F281857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DC0EB-8091-A543-7DDC-E88AC306E7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F8EDF-68DA-91C6-BAEA-724B392433BC}"/>
              </a:ext>
            </a:extLst>
          </p:cNvPr>
          <p:cNvSpPr>
            <a:spLocks noGrp="1"/>
          </p:cNvSpPr>
          <p:nvPr>
            <p:ph type="body" idx="1"/>
          </p:nvPr>
        </p:nvSpPr>
        <p:spPr/>
        <p:txBody>
          <a:bodyPr/>
          <a:lstStyle/>
          <a:p>
            <a:r>
              <a:rPr lang="en-BE" dirty="0"/>
              <a:t>There are hidden doors in the wall that you need to find. If you get through 20 walls without missing, you will reach the treasure room. </a:t>
            </a:r>
          </a:p>
        </p:txBody>
      </p:sp>
      <p:sp>
        <p:nvSpPr>
          <p:cNvPr id="4" name="Slide Number Placeholder 3">
            <a:extLst>
              <a:ext uri="{FF2B5EF4-FFF2-40B4-BE49-F238E27FC236}">
                <a16:creationId xmlns:a16="http://schemas.microsoft.com/office/drawing/2014/main" id="{6EAF1A2A-5161-C468-CF0E-F24885066E28}"/>
              </a:ext>
            </a:extLst>
          </p:cNvPr>
          <p:cNvSpPr>
            <a:spLocks noGrp="1"/>
          </p:cNvSpPr>
          <p:nvPr>
            <p:ph type="sldNum" sz="quarter" idx="5"/>
          </p:nvPr>
        </p:nvSpPr>
        <p:spPr/>
        <p:txBody>
          <a:bodyPr/>
          <a:lstStyle/>
          <a:p>
            <a:fld id="{F62A6887-9C98-114E-B7C9-E50A9DAB836F}" type="slidenum">
              <a:rPr lang="en-BE" smtClean="0"/>
              <a:t>7</a:t>
            </a:fld>
            <a:endParaRPr lang="en-BE"/>
          </a:p>
        </p:txBody>
      </p:sp>
    </p:spTree>
    <p:extLst>
      <p:ext uri="{BB962C8B-B14F-4D97-AF65-F5344CB8AC3E}">
        <p14:creationId xmlns:p14="http://schemas.microsoft.com/office/powerpoint/2010/main" val="3507838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DA9AD-078A-B4F6-48DC-6C830DF83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47634-41C2-60C1-2230-4C83E07770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4F064C-0213-439A-4CDF-5739CC157B68}"/>
              </a:ext>
            </a:extLst>
          </p:cNvPr>
          <p:cNvSpPr>
            <a:spLocks noGrp="1"/>
          </p:cNvSpPr>
          <p:nvPr>
            <p:ph type="body" idx="1"/>
          </p:nvPr>
        </p:nvSpPr>
        <p:spPr/>
        <p:txBody>
          <a:bodyPr/>
          <a:lstStyle/>
          <a:p>
            <a:r>
              <a:rPr lang="en-BE" dirty="0"/>
              <a:t>There are hidden doors in the wall that you need to find. If you get through 20 walls without missing, you will reach the treasure room. </a:t>
            </a:r>
          </a:p>
        </p:txBody>
      </p:sp>
      <p:sp>
        <p:nvSpPr>
          <p:cNvPr id="4" name="Slide Number Placeholder 3">
            <a:extLst>
              <a:ext uri="{FF2B5EF4-FFF2-40B4-BE49-F238E27FC236}">
                <a16:creationId xmlns:a16="http://schemas.microsoft.com/office/drawing/2014/main" id="{5D08C81B-5BA9-F6F3-1993-79D7E14AE289}"/>
              </a:ext>
            </a:extLst>
          </p:cNvPr>
          <p:cNvSpPr>
            <a:spLocks noGrp="1"/>
          </p:cNvSpPr>
          <p:nvPr>
            <p:ph type="sldNum" sz="quarter" idx="5"/>
          </p:nvPr>
        </p:nvSpPr>
        <p:spPr/>
        <p:txBody>
          <a:bodyPr/>
          <a:lstStyle/>
          <a:p>
            <a:fld id="{F62A6887-9C98-114E-B7C9-E50A9DAB836F}" type="slidenum">
              <a:rPr lang="en-BE" smtClean="0"/>
              <a:t>8</a:t>
            </a:fld>
            <a:endParaRPr lang="en-BE"/>
          </a:p>
        </p:txBody>
      </p:sp>
    </p:spTree>
    <p:extLst>
      <p:ext uri="{BB962C8B-B14F-4D97-AF65-F5344CB8AC3E}">
        <p14:creationId xmlns:p14="http://schemas.microsoft.com/office/powerpoint/2010/main" val="235847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94E2A-FD90-B8DC-9D32-902E7D790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86ADA-F975-A749-6C23-41A9E958E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075B69-C5C5-36EA-BD07-73AD58095DDB}"/>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49224221-3021-B7A6-6407-2A8A341AA716}"/>
              </a:ext>
            </a:extLst>
          </p:cNvPr>
          <p:cNvSpPr>
            <a:spLocks noGrp="1"/>
          </p:cNvSpPr>
          <p:nvPr>
            <p:ph type="sldNum" sz="quarter" idx="5"/>
          </p:nvPr>
        </p:nvSpPr>
        <p:spPr/>
        <p:txBody>
          <a:bodyPr/>
          <a:lstStyle/>
          <a:p>
            <a:fld id="{F62A6887-9C98-114E-B7C9-E50A9DAB836F}" type="slidenum">
              <a:rPr lang="en-BE" smtClean="0"/>
              <a:t>9</a:t>
            </a:fld>
            <a:endParaRPr lang="en-BE"/>
          </a:p>
        </p:txBody>
      </p:sp>
    </p:spTree>
    <p:extLst>
      <p:ext uri="{BB962C8B-B14F-4D97-AF65-F5344CB8AC3E}">
        <p14:creationId xmlns:p14="http://schemas.microsoft.com/office/powerpoint/2010/main" val="245906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83040-0A08-0042-F7CA-AB2AFA015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E6EFD-8B24-CD18-10FC-21E3A399A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239F9-3A3A-0A15-0D3E-0E1AD8913BBD}"/>
              </a:ext>
            </a:extLst>
          </p:cNvPr>
          <p:cNvSpPr>
            <a:spLocks noGrp="1"/>
          </p:cNvSpPr>
          <p:nvPr>
            <p:ph type="body" idx="1"/>
          </p:nvPr>
        </p:nvSpPr>
        <p:spPr/>
        <p:txBody>
          <a:bodyPr/>
          <a:lstStyle/>
          <a:p>
            <a:r>
              <a:rPr lang="en-BE" dirty="0"/>
              <a:t>There are hidden doors in the wall that you need to find. If you get through 20 walls without missing, you will reach the treasure room. </a:t>
            </a:r>
          </a:p>
        </p:txBody>
      </p:sp>
      <p:sp>
        <p:nvSpPr>
          <p:cNvPr id="4" name="Slide Number Placeholder 3">
            <a:extLst>
              <a:ext uri="{FF2B5EF4-FFF2-40B4-BE49-F238E27FC236}">
                <a16:creationId xmlns:a16="http://schemas.microsoft.com/office/drawing/2014/main" id="{C2C0C9BA-CF70-7B6B-8893-BD359D255378}"/>
              </a:ext>
            </a:extLst>
          </p:cNvPr>
          <p:cNvSpPr>
            <a:spLocks noGrp="1"/>
          </p:cNvSpPr>
          <p:nvPr>
            <p:ph type="sldNum" sz="quarter" idx="5"/>
          </p:nvPr>
        </p:nvSpPr>
        <p:spPr/>
        <p:txBody>
          <a:bodyPr/>
          <a:lstStyle/>
          <a:p>
            <a:fld id="{F62A6887-9C98-114E-B7C9-E50A9DAB836F}" type="slidenum">
              <a:rPr lang="en-BE" smtClean="0"/>
              <a:t>10</a:t>
            </a:fld>
            <a:endParaRPr lang="en-BE"/>
          </a:p>
        </p:txBody>
      </p:sp>
    </p:spTree>
    <p:extLst>
      <p:ext uri="{BB962C8B-B14F-4D97-AF65-F5344CB8AC3E}">
        <p14:creationId xmlns:p14="http://schemas.microsoft.com/office/powerpoint/2010/main" val="1338285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F62A6887-9C98-114E-B7C9-E50A9DAB836F}" type="slidenum">
              <a:rPr lang="en-BE" smtClean="0"/>
              <a:t>11</a:t>
            </a:fld>
            <a:endParaRPr lang="en-BE"/>
          </a:p>
        </p:txBody>
      </p:sp>
    </p:spTree>
    <p:extLst>
      <p:ext uri="{BB962C8B-B14F-4D97-AF65-F5344CB8AC3E}">
        <p14:creationId xmlns:p14="http://schemas.microsoft.com/office/powerpoint/2010/main" val="587794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C0647-AE0D-F382-DAFB-766CB3F54BF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F9FC6ED0-FCEF-01D3-EFB8-008541AA8E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ECDF9787-F10C-9B74-0D0C-0011133F5000}"/>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5" name="Footer Placeholder 4">
            <a:extLst>
              <a:ext uri="{FF2B5EF4-FFF2-40B4-BE49-F238E27FC236}">
                <a16:creationId xmlns:a16="http://schemas.microsoft.com/office/drawing/2014/main" id="{90A5BADF-680A-7AB0-0573-5D06CF721E37}"/>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401E1EF6-4267-679C-151B-BD6D25A68C8C}"/>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3846725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9BD2D-2449-5564-EA29-8BC4EFEF83B0}"/>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C302C722-C1D0-D5AC-EBFB-34A62C91F1A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37857EFA-1B35-5161-242C-166C90504CD7}"/>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5" name="Footer Placeholder 4">
            <a:extLst>
              <a:ext uri="{FF2B5EF4-FFF2-40B4-BE49-F238E27FC236}">
                <a16:creationId xmlns:a16="http://schemas.microsoft.com/office/drawing/2014/main" id="{6BBFD4E6-7AF4-173F-E038-C257DA0F9A67}"/>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D0392F1-17AD-611A-7769-B790E41BD8A7}"/>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2227710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71132-4A1F-F455-B307-DDFFDCFCD4D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6635B518-82D2-3910-EB50-1574995132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3D63FC1-4471-54B6-F6BB-43FE6F4021D3}"/>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5" name="Footer Placeholder 4">
            <a:extLst>
              <a:ext uri="{FF2B5EF4-FFF2-40B4-BE49-F238E27FC236}">
                <a16:creationId xmlns:a16="http://schemas.microsoft.com/office/drawing/2014/main" id="{621B7904-B0D8-7AA6-943E-12E6BFD7E20C}"/>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4E3AE85C-DBCF-A684-2A6E-5381C5050499}"/>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1530008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8E069-6DB4-7F81-F44B-87239FD0ECAC}"/>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A7F5567F-F238-820E-8EE8-F32429BA756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6E2154B6-89B0-2A69-2880-B486B28AFC5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887CAFBF-BC86-0893-6391-6C2B77B48650}"/>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6" name="Footer Placeholder 5">
            <a:extLst>
              <a:ext uri="{FF2B5EF4-FFF2-40B4-BE49-F238E27FC236}">
                <a16:creationId xmlns:a16="http://schemas.microsoft.com/office/drawing/2014/main" id="{399B74E9-75A2-55E1-16D9-042F84C666A4}"/>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EE85576A-10E4-66CB-5DEC-02B88CBCDB45}"/>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837370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ACD4-B632-3440-92EB-68CEDEAE7306}"/>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C2936D51-0F9B-F28F-E81A-D9BEFDF7CC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D68AE50-B9AB-4439-BA3D-B2167107C11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A79DB9C7-036F-7D90-6CA5-4D7C408C2B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0B37EC5-9485-3E15-06DC-56B6E03508B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02B3F9C6-C275-7A8E-91FE-7E08E19530D2}"/>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8" name="Footer Placeholder 7">
            <a:extLst>
              <a:ext uri="{FF2B5EF4-FFF2-40B4-BE49-F238E27FC236}">
                <a16:creationId xmlns:a16="http://schemas.microsoft.com/office/drawing/2014/main" id="{AF1DBDE0-6BA3-A7BF-F7B5-2CD65BACEBA0}"/>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736E5B9B-C44E-759A-6C97-D979E471B324}"/>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10966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B6575-31D5-898A-9FB3-8331FF2910E9}"/>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D63005A7-3063-AE2A-A97F-D8C7095531EB}"/>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4" name="Footer Placeholder 3">
            <a:extLst>
              <a:ext uri="{FF2B5EF4-FFF2-40B4-BE49-F238E27FC236}">
                <a16:creationId xmlns:a16="http://schemas.microsoft.com/office/drawing/2014/main" id="{13B8329B-D9A0-AD83-9DDE-2BCE2694D690}"/>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6F01CBEF-D2EA-0DE2-ACB1-91501DEE3CB0}"/>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1772390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7E455B-3737-C608-EF7C-338E6E0C72DB}"/>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3" name="Footer Placeholder 2">
            <a:extLst>
              <a:ext uri="{FF2B5EF4-FFF2-40B4-BE49-F238E27FC236}">
                <a16:creationId xmlns:a16="http://schemas.microsoft.com/office/drawing/2014/main" id="{88796155-3D6C-8109-C679-5ACDAA7052D1}"/>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57147C59-9136-E79D-E539-B22DCAB10C45}"/>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646983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675BD-62E2-009C-33E1-D65A328F5E1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A7C40ADC-3C9B-3CFA-7E1A-BE0803670F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E1747920-52F0-7581-0943-0FC64E3F4A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82A9EF5-86B1-5AB5-EB99-DDE2A0663CEA}"/>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6" name="Footer Placeholder 5">
            <a:extLst>
              <a:ext uri="{FF2B5EF4-FFF2-40B4-BE49-F238E27FC236}">
                <a16:creationId xmlns:a16="http://schemas.microsoft.com/office/drawing/2014/main" id="{078D6434-6320-7DAD-3A3D-C19D126CE49E}"/>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35DEEA48-D1E5-8078-9267-D44005C41E01}"/>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278723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E54E-BD56-7EE3-C126-837129AE9D1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8F26ADFE-D663-BD56-3B17-B2DF58A94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818E7CDA-ACFE-0CC3-0075-FC57875B3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E2FF92-8CB6-6994-037D-EBF25F73BD79}"/>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6" name="Footer Placeholder 5">
            <a:extLst>
              <a:ext uri="{FF2B5EF4-FFF2-40B4-BE49-F238E27FC236}">
                <a16:creationId xmlns:a16="http://schemas.microsoft.com/office/drawing/2014/main" id="{F395CACC-ADB7-ECC8-A799-633CCE8BCD96}"/>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499E8E1A-A40C-A9CB-67F1-D606A08E8C3E}"/>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3461281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3B721-6122-985A-D481-AC13D65CD050}"/>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0A42A808-7F56-2E88-89B3-C0E5DB63B45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376775F6-B11C-2608-E1DE-0D096132A70E}"/>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5" name="Footer Placeholder 4">
            <a:extLst>
              <a:ext uri="{FF2B5EF4-FFF2-40B4-BE49-F238E27FC236}">
                <a16:creationId xmlns:a16="http://schemas.microsoft.com/office/drawing/2014/main" id="{F5C6B2C8-72FB-0DBB-D388-5A6AAFD8F27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EC5AF59-212F-A284-4AAD-DB0EF8058000}"/>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3254025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AD72D5-33D1-F41F-BEAE-D1658E666F3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A155A1D6-B705-8656-B966-998AE945EDE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4B5C4474-4053-1387-2C2E-727ECB5D14E0}"/>
              </a:ext>
            </a:extLst>
          </p:cNvPr>
          <p:cNvSpPr>
            <a:spLocks noGrp="1"/>
          </p:cNvSpPr>
          <p:nvPr>
            <p:ph type="dt" sz="half" idx="10"/>
          </p:nvPr>
        </p:nvSpPr>
        <p:spPr/>
        <p:txBody>
          <a:bodyPr/>
          <a:lstStyle/>
          <a:p>
            <a:fld id="{80AC6121-AA95-D04D-8190-B42807372089}" type="datetimeFigureOut">
              <a:rPr lang="en-BE" smtClean="0"/>
              <a:t>04/05/2026</a:t>
            </a:fld>
            <a:endParaRPr lang="en-BE"/>
          </a:p>
        </p:txBody>
      </p:sp>
      <p:sp>
        <p:nvSpPr>
          <p:cNvPr id="5" name="Footer Placeholder 4">
            <a:extLst>
              <a:ext uri="{FF2B5EF4-FFF2-40B4-BE49-F238E27FC236}">
                <a16:creationId xmlns:a16="http://schemas.microsoft.com/office/drawing/2014/main" id="{DF00A13D-58B3-E7EF-64A5-F576CECBF032}"/>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09C19BD-0B27-BC63-272B-A240D11EA3BE}"/>
              </a:ext>
            </a:extLst>
          </p:cNvPr>
          <p:cNvSpPr>
            <a:spLocks noGrp="1"/>
          </p:cNvSpPr>
          <p:nvPr>
            <p:ph type="sldNum" sz="quarter" idx="12"/>
          </p:nvPr>
        </p:nvSpPr>
        <p:spPr/>
        <p:txBody>
          <a:bodyPr/>
          <a:lstStyle/>
          <a:p>
            <a:fld id="{8E3AEE30-151F-F440-8E55-ACC6E95CA0FD}" type="slidenum">
              <a:rPr lang="en-BE" smtClean="0"/>
              <a:t>‹#›</a:t>
            </a:fld>
            <a:endParaRPr lang="en-BE"/>
          </a:p>
        </p:txBody>
      </p:sp>
    </p:spTree>
    <p:extLst>
      <p:ext uri="{BB962C8B-B14F-4D97-AF65-F5344CB8AC3E}">
        <p14:creationId xmlns:p14="http://schemas.microsoft.com/office/powerpoint/2010/main" val="712436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46D116-5FD5-554F-2D0F-47EBF37D6C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9FDFFCA3-9097-897E-240A-F42607CD5F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0B65E2EE-4403-5F13-FD3A-E320BDFACB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AC6121-AA95-D04D-8190-B42807372089}" type="datetimeFigureOut">
              <a:rPr lang="en-BE" smtClean="0"/>
              <a:t>04/05/2026</a:t>
            </a:fld>
            <a:endParaRPr lang="en-BE"/>
          </a:p>
        </p:txBody>
      </p:sp>
      <p:sp>
        <p:nvSpPr>
          <p:cNvPr id="5" name="Footer Placeholder 4">
            <a:extLst>
              <a:ext uri="{FF2B5EF4-FFF2-40B4-BE49-F238E27FC236}">
                <a16:creationId xmlns:a16="http://schemas.microsoft.com/office/drawing/2014/main" id="{51C11699-DDC3-A697-8FC5-4E70AD9776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BE"/>
          </a:p>
        </p:txBody>
      </p:sp>
      <p:sp>
        <p:nvSpPr>
          <p:cNvPr id="6" name="Slide Number Placeholder 5">
            <a:extLst>
              <a:ext uri="{FF2B5EF4-FFF2-40B4-BE49-F238E27FC236}">
                <a16:creationId xmlns:a16="http://schemas.microsoft.com/office/drawing/2014/main" id="{04DA32FD-C328-146B-CCBA-2DFACD2D98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3AEE30-151F-F440-8E55-ACC6E95CA0FD}" type="slidenum">
              <a:rPr lang="en-BE" smtClean="0"/>
              <a:t>‹#›</a:t>
            </a:fld>
            <a:endParaRPr lang="en-BE"/>
          </a:p>
        </p:txBody>
      </p:sp>
    </p:spTree>
    <p:extLst>
      <p:ext uri="{BB962C8B-B14F-4D97-AF65-F5344CB8AC3E}">
        <p14:creationId xmlns:p14="http://schemas.microsoft.com/office/powerpoint/2010/main" val="3930099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pic>
        <p:nvPicPr>
          <p:cNvPr id="4" name="Picture 3" descr="A cartoon of a wizard&#10;&#10;AI-generated content may be incorrect.">
            <a:extLst>
              <a:ext uri="{FF2B5EF4-FFF2-40B4-BE49-F238E27FC236}">
                <a16:creationId xmlns:a16="http://schemas.microsoft.com/office/drawing/2014/main" id="{F7429399-CE95-310E-0B1D-0CB8E3F7B970}"/>
              </a:ext>
            </a:extLst>
          </p:cNvPr>
          <p:cNvPicPr>
            <a:picLocks noChangeAspect="1"/>
          </p:cNvPicPr>
          <p:nvPr/>
        </p:nvPicPr>
        <p:blipFill>
          <a:blip r:embed="rId2"/>
          <a:stretch>
            <a:fillRect/>
          </a:stretch>
        </p:blipFill>
        <p:spPr>
          <a:xfrm>
            <a:off x="8684795" y="3429000"/>
            <a:ext cx="2650957" cy="3614941"/>
          </a:xfrm>
          <a:prstGeom prst="rect">
            <a:avLst/>
          </a:prstGeom>
        </p:spPr>
      </p:pic>
      <p:sp>
        <p:nvSpPr>
          <p:cNvPr id="5" name="Oval Callout 4">
            <a:extLst>
              <a:ext uri="{FF2B5EF4-FFF2-40B4-BE49-F238E27FC236}">
                <a16:creationId xmlns:a16="http://schemas.microsoft.com/office/drawing/2014/main" id="{965D8B3C-DD4F-EB90-CEF6-0C96D49CE0F9}"/>
              </a:ext>
            </a:extLst>
          </p:cNvPr>
          <p:cNvSpPr/>
          <p:nvPr/>
        </p:nvSpPr>
        <p:spPr>
          <a:xfrm flipH="1">
            <a:off x="2406316" y="0"/>
            <a:ext cx="8217569" cy="3614940"/>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 name="TextBox 5">
            <a:extLst>
              <a:ext uri="{FF2B5EF4-FFF2-40B4-BE49-F238E27FC236}">
                <a16:creationId xmlns:a16="http://schemas.microsoft.com/office/drawing/2014/main" id="{F680F074-7978-8C8A-9277-42763D43A0CB}"/>
              </a:ext>
            </a:extLst>
          </p:cNvPr>
          <p:cNvSpPr txBox="1"/>
          <p:nvPr/>
        </p:nvSpPr>
        <p:spPr>
          <a:xfrm>
            <a:off x="3278605" y="1068806"/>
            <a:ext cx="6472989" cy="1754326"/>
          </a:xfrm>
          <a:prstGeom prst="rect">
            <a:avLst/>
          </a:prstGeom>
          <a:noFill/>
        </p:spPr>
        <p:txBody>
          <a:bodyPr wrap="square" rtlCol="0">
            <a:spAutoFit/>
          </a:bodyPr>
          <a:lstStyle/>
          <a:p>
            <a:r>
              <a:rPr lang="en-BE" dirty="0"/>
              <a:t>Welkom op de kasteelgronden! Zo dadelijk kunnen we beginnen! Ik kan er spijtig genoeg niet bij zijn voor je zoektocht naar de schatkamers, maar niet getreurd, mijn draak Norbert beschermt de kastelen en zal je kunnen helpen. </a:t>
            </a:r>
          </a:p>
          <a:p>
            <a:endParaRPr lang="en-BE" dirty="0"/>
          </a:p>
          <a:p>
            <a:r>
              <a:rPr lang="en-BE" dirty="0"/>
              <a:t>Druk op spatie om verder te gaan. </a:t>
            </a:r>
          </a:p>
        </p:txBody>
      </p:sp>
    </p:spTree>
    <p:extLst>
      <p:ext uri="{BB962C8B-B14F-4D97-AF65-F5344CB8AC3E}">
        <p14:creationId xmlns:p14="http://schemas.microsoft.com/office/powerpoint/2010/main" val="1458157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D459596F-DEE9-A62D-B27F-46F89FC26FC6}"/>
            </a:ext>
          </a:extLst>
        </p:cNvPr>
        <p:cNvGrpSpPr/>
        <p:nvPr/>
      </p:nvGrpSpPr>
      <p:grpSpPr>
        <a:xfrm>
          <a:off x="0" y="0"/>
          <a:ext cx="0" cy="0"/>
          <a:chOff x="0" y="0"/>
          <a:chExt cx="0" cy="0"/>
        </a:xfrm>
      </p:grpSpPr>
      <p:pic>
        <p:nvPicPr>
          <p:cNvPr id="9" name="Picture 8" descr="A cartoon of a wizard&#10;&#10;AI-generated content may be incorrect.">
            <a:extLst>
              <a:ext uri="{FF2B5EF4-FFF2-40B4-BE49-F238E27FC236}">
                <a16:creationId xmlns:a16="http://schemas.microsoft.com/office/drawing/2014/main" id="{B3FB6764-ABDD-DF86-61B2-162AB29ACFD5}"/>
              </a:ext>
            </a:extLst>
          </p:cNvPr>
          <p:cNvPicPr>
            <a:picLocks noChangeAspect="1"/>
          </p:cNvPicPr>
          <p:nvPr/>
        </p:nvPicPr>
        <p:blipFill>
          <a:blip r:embed="rId3"/>
          <a:stretch>
            <a:fillRect/>
          </a:stretch>
        </p:blipFill>
        <p:spPr>
          <a:xfrm>
            <a:off x="8684795" y="3429000"/>
            <a:ext cx="2650957" cy="3614941"/>
          </a:xfrm>
          <a:prstGeom prst="rect">
            <a:avLst/>
          </a:prstGeom>
        </p:spPr>
      </p:pic>
      <p:sp>
        <p:nvSpPr>
          <p:cNvPr id="10" name="Oval Callout 9">
            <a:extLst>
              <a:ext uri="{FF2B5EF4-FFF2-40B4-BE49-F238E27FC236}">
                <a16:creationId xmlns:a16="http://schemas.microsoft.com/office/drawing/2014/main" id="{D5DF477A-4431-D233-3A27-4BF883AFD3DE}"/>
              </a:ext>
            </a:extLst>
          </p:cNvPr>
          <p:cNvSpPr/>
          <p:nvPr/>
        </p:nvSpPr>
        <p:spPr>
          <a:xfrm flipH="1">
            <a:off x="2406316" y="0"/>
            <a:ext cx="8217569" cy="3614940"/>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C5676CB1-D17B-74C2-2B05-E21B1F73B978}"/>
              </a:ext>
            </a:extLst>
          </p:cNvPr>
          <p:cNvSpPr txBox="1"/>
          <p:nvPr/>
        </p:nvSpPr>
        <p:spPr>
          <a:xfrm>
            <a:off x="3340768" y="1068806"/>
            <a:ext cx="6669505" cy="1754326"/>
          </a:xfrm>
          <a:prstGeom prst="rect">
            <a:avLst/>
          </a:prstGeom>
          <a:noFill/>
        </p:spPr>
        <p:txBody>
          <a:bodyPr wrap="square" rtlCol="0">
            <a:spAutoFit/>
          </a:bodyPr>
          <a:lstStyle/>
          <a:p>
            <a:r>
              <a:rPr lang="en-BE" dirty="0"/>
              <a:t>Je zal straks kunnen kiezen tussen 3 kastelen. Eens je gekozen hebt, zal je het kasteel binnen gaan en zal je een muur zien. Daar zijn deuren verborgen. Ik zorgde ervoor dat je kan zien waar de mogelijke deuren zitten door middel van zwarte rechthoeken. </a:t>
            </a:r>
          </a:p>
          <a:p>
            <a:endParaRPr lang="en-BE" dirty="0"/>
          </a:p>
          <a:p>
            <a:r>
              <a:rPr lang="en-BE" dirty="0"/>
              <a:t>Druk op spatie om verder te gaan.  </a:t>
            </a:r>
          </a:p>
        </p:txBody>
      </p:sp>
    </p:spTree>
    <p:extLst>
      <p:ext uri="{BB962C8B-B14F-4D97-AF65-F5344CB8AC3E}">
        <p14:creationId xmlns:p14="http://schemas.microsoft.com/office/powerpoint/2010/main" val="1961004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2124DD65-B10C-F211-B696-572E280ACE03}"/>
            </a:ext>
          </a:extLst>
        </p:cNvPr>
        <p:cNvGrpSpPr/>
        <p:nvPr/>
      </p:nvGrpSpPr>
      <p:grpSpPr>
        <a:xfrm>
          <a:off x="0" y="0"/>
          <a:ext cx="0" cy="0"/>
          <a:chOff x="0" y="0"/>
          <a:chExt cx="0" cy="0"/>
        </a:xfrm>
      </p:grpSpPr>
      <p:pic>
        <p:nvPicPr>
          <p:cNvPr id="9" name="Picture 8" descr="A cartoon of a wizard&#10;&#10;AI-generated content may be incorrect.">
            <a:extLst>
              <a:ext uri="{FF2B5EF4-FFF2-40B4-BE49-F238E27FC236}">
                <a16:creationId xmlns:a16="http://schemas.microsoft.com/office/drawing/2014/main" id="{978B3E72-16C0-B5C1-BB48-9DE12BCA559C}"/>
              </a:ext>
            </a:extLst>
          </p:cNvPr>
          <p:cNvPicPr>
            <a:picLocks noChangeAspect="1"/>
          </p:cNvPicPr>
          <p:nvPr/>
        </p:nvPicPr>
        <p:blipFill>
          <a:blip r:embed="rId3"/>
          <a:stretch>
            <a:fillRect/>
          </a:stretch>
        </p:blipFill>
        <p:spPr>
          <a:xfrm>
            <a:off x="8684795" y="3429000"/>
            <a:ext cx="2650957" cy="3614941"/>
          </a:xfrm>
          <a:prstGeom prst="rect">
            <a:avLst/>
          </a:prstGeom>
        </p:spPr>
      </p:pic>
      <p:sp>
        <p:nvSpPr>
          <p:cNvPr id="10" name="Oval Callout 9">
            <a:extLst>
              <a:ext uri="{FF2B5EF4-FFF2-40B4-BE49-F238E27FC236}">
                <a16:creationId xmlns:a16="http://schemas.microsoft.com/office/drawing/2014/main" id="{F930BA41-137C-6253-5417-01D5902556DA}"/>
              </a:ext>
            </a:extLst>
          </p:cNvPr>
          <p:cNvSpPr/>
          <p:nvPr/>
        </p:nvSpPr>
        <p:spPr>
          <a:xfrm flipH="1">
            <a:off x="2406316" y="0"/>
            <a:ext cx="8217569" cy="3614940"/>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3793CB5A-0687-81F0-160D-1395D6503BF0}"/>
              </a:ext>
            </a:extLst>
          </p:cNvPr>
          <p:cNvSpPr txBox="1"/>
          <p:nvPr/>
        </p:nvSpPr>
        <p:spPr>
          <a:xfrm>
            <a:off x="3340768" y="1160502"/>
            <a:ext cx="6669505" cy="1477328"/>
          </a:xfrm>
          <a:prstGeom prst="rect">
            <a:avLst/>
          </a:prstGeom>
          <a:noFill/>
        </p:spPr>
        <p:txBody>
          <a:bodyPr wrap="square" rtlCol="0">
            <a:spAutoFit/>
          </a:bodyPr>
          <a:lstStyle/>
          <a:p>
            <a:r>
              <a:rPr lang="en-BE" dirty="0"/>
              <a:t>Je moet raden waar de deuren zich bevinden. Als je er 10 juist hebt na elkaar, zal je de schatkamer vinden in dat kasteel. Je kan een deur kiezen met de muis. </a:t>
            </a:r>
          </a:p>
          <a:p>
            <a:endParaRPr lang="en-BE" dirty="0"/>
          </a:p>
          <a:p>
            <a:r>
              <a:rPr lang="en-BE" dirty="0"/>
              <a:t>Druk op spatie om verder te gaan. </a:t>
            </a:r>
          </a:p>
        </p:txBody>
      </p:sp>
    </p:spTree>
    <p:extLst>
      <p:ext uri="{BB962C8B-B14F-4D97-AF65-F5344CB8AC3E}">
        <p14:creationId xmlns:p14="http://schemas.microsoft.com/office/powerpoint/2010/main" val="2363399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38933088-8FDC-AD12-8CCD-477FE765D7C5}"/>
            </a:ext>
          </a:extLst>
        </p:cNvPr>
        <p:cNvGrpSpPr/>
        <p:nvPr/>
      </p:nvGrpSpPr>
      <p:grpSpPr>
        <a:xfrm>
          <a:off x="0" y="0"/>
          <a:ext cx="0" cy="0"/>
          <a:chOff x="0" y="0"/>
          <a:chExt cx="0" cy="0"/>
        </a:xfrm>
      </p:grpSpPr>
      <p:pic>
        <p:nvPicPr>
          <p:cNvPr id="9" name="Picture 8" descr="A cartoon of a wizard&#10;&#10;AI-generated content may be incorrect.">
            <a:extLst>
              <a:ext uri="{FF2B5EF4-FFF2-40B4-BE49-F238E27FC236}">
                <a16:creationId xmlns:a16="http://schemas.microsoft.com/office/drawing/2014/main" id="{8F831222-F568-122E-861D-D98636D1E574}"/>
              </a:ext>
            </a:extLst>
          </p:cNvPr>
          <p:cNvPicPr>
            <a:picLocks noChangeAspect="1"/>
          </p:cNvPicPr>
          <p:nvPr/>
        </p:nvPicPr>
        <p:blipFill>
          <a:blip r:embed="rId3"/>
          <a:stretch>
            <a:fillRect/>
          </a:stretch>
        </p:blipFill>
        <p:spPr>
          <a:xfrm>
            <a:off x="8684795" y="3429000"/>
            <a:ext cx="2650957" cy="3614941"/>
          </a:xfrm>
          <a:prstGeom prst="rect">
            <a:avLst/>
          </a:prstGeom>
        </p:spPr>
      </p:pic>
      <p:sp>
        <p:nvSpPr>
          <p:cNvPr id="10" name="Oval Callout 9">
            <a:extLst>
              <a:ext uri="{FF2B5EF4-FFF2-40B4-BE49-F238E27FC236}">
                <a16:creationId xmlns:a16="http://schemas.microsoft.com/office/drawing/2014/main" id="{673B6614-23BA-F75A-CA00-848ACBEEBCB0}"/>
              </a:ext>
            </a:extLst>
          </p:cNvPr>
          <p:cNvSpPr/>
          <p:nvPr/>
        </p:nvSpPr>
        <p:spPr>
          <a:xfrm flipH="1">
            <a:off x="2406316" y="0"/>
            <a:ext cx="8217569" cy="3614940"/>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BA3990EC-CBB7-3D4C-B848-058724BB81E4}"/>
              </a:ext>
            </a:extLst>
          </p:cNvPr>
          <p:cNvSpPr txBox="1"/>
          <p:nvPr/>
        </p:nvSpPr>
        <p:spPr>
          <a:xfrm>
            <a:off x="3340768" y="1160502"/>
            <a:ext cx="6669505" cy="1477328"/>
          </a:xfrm>
          <a:prstGeom prst="rect">
            <a:avLst/>
          </a:prstGeom>
          <a:noFill/>
        </p:spPr>
        <p:txBody>
          <a:bodyPr wrap="square" rtlCol="0">
            <a:spAutoFit/>
          </a:bodyPr>
          <a:lstStyle/>
          <a:p>
            <a:r>
              <a:rPr lang="en-BE" dirty="0"/>
              <a:t>Na 45 minuten zal je naar een meesterkasteel gestuurd worden waar ik zal zien of je de regels van alle kastelen onder de knie hebt. </a:t>
            </a:r>
          </a:p>
          <a:p>
            <a:endParaRPr lang="en-BE" dirty="0"/>
          </a:p>
          <a:p>
            <a:r>
              <a:rPr lang="en-BE" dirty="0"/>
              <a:t>Druk op spatie om verder te gaan. </a:t>
            </a:r>
          </a:p>
        </p:txBody>
      </p:sp>
    </p:spTree>
    <p:extLst>
      <p:ext uri="{BB962C8B-B14F-4D97-AF65-F5344CB8AC3E}">
        <p14:creationId xmlns:p14="http://schemas.microsoft.com/office/powerpoint/2010/main" val="2308307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8B30CCA2-D48F-044E-92D0-7E6EA9445942}"/>
            </a:ext>
          </a:extLst>
        </p:cNvPr>
        <p:cNvGrpSpPr/>
        <p:nvPr/>
      </p:nvGrpSpPr>
      <p:grpSpPr>
        <a:xfrm>
          <a:off x="0" y="0"/>
          <a:ext cx="0" cy="0"/>
          <a:chOff x="0" y="0"/>
          <a:chExt cx="0" cy="0"/>
        </a:xfrm>
      </p:grpSpPr>
      <p:pic>
        <p:nvPicPr>
          <p:cNvPr id="9" name="Picture 8" descr="A cartoon of a wizard&#10;&#10;AI-generated content may be incorrect.">
            <a:extLst>
              <a:ext uri="{FF2B5EF4-FFF2-40B4-BE49-F238E27FC236}">
                <a16:creationId xmlns:a16="http://schemas.microsoft.com/office/drawing/2014/main" id="{5DD0B381-BF7E-6D8D-EE02-468228B5E933}"/>
              </a:ext>
            </a:extLst>
          </p:cNvPr>
          <p:cNvPicPr>
            <a:picLocks noChangeAspect="1"/>
          </p:cNvPicPr>
          <p:nvPr/>
        </p:nvPicPr>
        <p:blipFill>
          <a:blip r:embed="rId3"/>
          <a:stretch>
            <a:fillRect/>
          </a:stretch>
        </p:blipFill>
        <p:spPr>
          <a:xfrm>
            <a:off x="8684795" y="3429000"/>
            <a:ext cx="2650957" cy="3614941"/>
          </a:xfrm>
          <a:prstGeom prst="rect">
            <a:avLst/>
          </a:prstGeom>
        </p:spPr>
      </p:pic>
      <p:sp>
        <p:nvSpPr>
          <p:cNvPr id="10" name="Oval Callout 9">
            <a:extLst>
              <a:ext uri="{FF2B5EF4-FFF2-40B4-BE49-F238E27FC236}">
                <a16:creationId xmlns:a16="http://schemas.microsoft.com/office/drawing/2014/main" id="{D08862BE-95C7-1736-88D8-4C1B792872A9}"/>
              </a:ext>
            </a:extLst>
          </p:cNvPr>
          <p:cNvSpPr/>
          <p:nvPr/>
        </p:nvSpPr>
        <p:spPr>
          <a:xfrm flipH="1">
            <a:off x="2406316" y="0"/>
            <a:ext cx="8217569" cy="3614940"/>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A8475C3A-19CF-47A7-B983-0EDED9F90E54}"/>
              </a:ext>
            </a:extLst>
          </p:cNvPr>
          <p:cNvSpPr txBox="1"/>
          <p:nvPr/>
        </p:nvSpPr>
        <p:spPr>
          <a:xfrm>
            <a:off x="3340768" y="1160502"/>
            <a:ext cx="6669505" cy="1477328"/>
          </a:xfrm>
          <a:prstGeom prst="rect">
            <a:avLst/>
          </a:prstGeom>
          <a:noFill/>
        </p:spPr>
        <p:txBody>
          <a:bodyPr wrap="square" rtlCol="0">
            <a:spAutoFit/>
          </a:bodyPr>
          <a:lstStyle/>
          <a:p>
            <a:r>
              <a:rPr lang="en-BE" dirty="0"/>
              <a:t>Stel dat ik zie dat je de regels al vroeger onder de knie hebt, dan mag je vroeger naar het meesterkasteel en ben je dus sneller klaar! </a:t>
            </a:r>
          </a:p>
          <a:p>
            <a:endParaRPr lang="en-BE" dirty="0"/>
          </a:p>
          <a:p>
            <a:r>
              <a:rPr lang="en-BE" dirty="0"/>
              <a:t>Druk op spatie om verder te gaan. </a:t>
            </a:r>
          </a:p>
        </p:txBody>
      </p:sp>
    </p:spTree>
    <p:extLst>
      <p:ext uri="{BB962C8B-B14F-4D97-AF65-F5344CB8AC3E}">
        <p14:creationId xmlns:p14="http://schemas.microsoft.com/office/powerpoint/2010/main" val="2570835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BD3EA348-7CC8-1595-AA42-CF5176D5E47A}"/>
            </a:ext>
          </a:extLst>
        </p:cNvPr>
        <p:cNvGrpSpPr/>
        <p:nvPr/>
      </p:nvGrpSpPr>
      <p:grpSpPr>
        <a:xfrm>
          <a:off x="0" y="0"/>
          <a:ext cx="0" cy="0"/>
          <a:chOff x="0" y="0"/>
          <a:chExt cx="0" cy="0"/>
        </a:xfrm>
      </p:grpSpPr>
      <p:pic>
        <p:nvPicPr>
          <p:cNvPr id="9" name="Picture 8" descr="A cartoon of a wizard&#10;&#10;AI-generated content may be incorrect.">
            <a:extLst>
              <a:ext uri="{FF2B5EF4-FFF2-40B4-BE49-F238E27FC236}">
                <a16:creationId xmlns:a16="http://schemas.microsoft.com/office/drawing/2014/main" id="{16A5C72F-297F-0BC4-8599-9D24FB9A318A}"/>
              </a:ext>
            </a:extLst>
          </p:cNvPr>
          <p:cNvPicPr>
            <a:picLocks noChangeAspect="1"/>
          </p:cNvPicPr>
          <p:nvPr/>
        </p:nvPicPr>
        <p:blipFill>
          <a:blip r:embed="rId3"/>
          <a:stretch>
            <a:fillRect/>
          </a:stretch>
        </p:blipFill>
        <p:spPr>
          <a:xfrm>
            <a:off x="8684795" y="3429000"/>
            <a:ext cx="2650957" cy="3614941"/>
          </a:xfrm>
          <a:prstGeom prst="rect">
            <a:avLst/>
          </a:prstGeom>
        </p:spPr>
      </p:pic>
      <p:sp>
        <p:nvSpPr>
          <p:cNvPr id="10" name="Oval Callout 9">
            <a:extLst>
              <a:ext uri="{FF2B5EF4-FFF2-40B4-BE49-F238E27FC236}">
                <a16:creationId xmlns:a16="http://schemas.microsoft.com/office/drawing/2014/main" id="{687D006F-A724-93A1-FBAA-A9449E2156C8}"/>
              </a:ext>
            </a:extLst>
          </p:cNvPr>
          <p:cNvSpPr/>
          <p:nvPr/>
        </p:nvSpPr>
        <p:spPr>
          <a:xfrm flipH="1">
            <a:off x="2406316" y="0"/>
            <a:ext cx="8217569" cy="3614940"/>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TextBox 10">
            <a:extLst>
              <a:ext uri="{FF2B5EF4-FFF2-40B4-BE49-F238E27FC236}">
                <a16:creationId xmlns:a16="http://schemas.microsoft.com/office/drawing/2014/main" id="{CC08AEAB-A752-A51D-ADFD-2E2DA5E08128}"/>
              </a:ext>
            </a:extLst>
          </p:cNvPr>
          <p:cNvSpPr txBox="1"/>
          <p:nvPr/>
        </p:nvSpPr>
        <p:spPr>
          <a:xfrm>
            <a:off x="3545719" y="965228"/>
            <a:ext cx="6669505" cy="2031325"/>
          </a:xfrm>
          <a:prstGeom prst="rect">
            <a:avLst/>
          </a:prstGeom>
          <a:noFill/>
        </p:spPr>
        <p:txBody>
          <a:bodyPr wrap="square" rtlCol="0">
            <a:spAutoFit/>
          </a:bodyPr>
          <a:lstStyle/>
          <a:p>
            <a:r>
              <a:rPr lang="en-BE" dirty="0"/>
              <a:t>Mijn draak, Norbert, zal je proberen helpen. Spijtig genoeg kan Norbert nog niet spreken. Het is me echter wel gelukt hem te laten communiceren via figuren. Ik kon hem nog leren over groottes van rechthoeken, kleuren en orientaties. Het is aan jou om de regels van Norbert te achterhalen. </a:t>
            </a:r>
          </a:p>
          <a:p>
            <a:endParaRPr lang="en-BE" dirty="0"/>
          </a:p>
          <a:p>
            <a:r>
              <a:rPr lang="en-BE" dirty="0"/>
              <a:t>Druk op spatie om verder te gaan. </a:t>
            </a:r>
          </a:p>
        </p:txBody>
      </p:sp>
      <p:pic>
        <p:nvPicPr>
          <p:cNvPr id="2" name="Picture 1" descr="A green dragon with wings&#10;&#10;AI-generated content may be incorrect.">
            <a:extLst>
              <a:ext uri="{FF2B5EF4-FFF2-40B4-BE49-F238E27FC236}">
                <a16:creationId xmlns:a16="http://schemas.microsoft.com/office/drawing/2014/main" id="{68B9CB5C-766B-3F70-042F-1DA2B717A6AE}"/>
              </a:ext>
            </a:extLst>
          </p:cNvPr>
          <p:cNvPicPr>
            <a:picLocks noChangeAspect="1"/>
          </p:cNvPicPr>
          <p:nvPr/>
        </p:nvPicPr>
        <p:blipFill>
          <a:blip r:embed="rId4"/>
          <a:stretch>
            <a:fillRect/>
          </a:stretch>
        </p:blipFill>
        <p:spPr>
          <a:xfrm>
            <a:off x="528387" y="3261560"/>
            <a:ext cx="3344779" cy="3334941"/>
          </a:xfrm>
          <a:prstGeom prst="rect">
            <a:avLst/>
          </a:prstGeom>
        </p:spPr>
      </p:pic>
    </p:spTree>
    <p:extLst>
      <p:ext uri="{BB962C8B-B14F-4D97-AF65-F5344CB8AC3E}">
        <p14:creationId xmlns:p14="http://schemas.microsoft.com/office/powerpoint/2010/main" val="970166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E927F719-BB37-7011-12A8-F412A25202A7}"/>
            </a:ext>
          </a:extLst>
        </p:cNvPr>
        <p:cNvGrpSpPr/>
        <p:nvPr/>
      </p:nvGrpSpPr>
      <p:grpSpPr>
        <a:xfrm>
          <a:off x="0" y="0"/>
          <a:ext cx="0" cy="0"/>
          <a:chOff x="0" y="0"/>
          <a:chExt cx="0" cy="0"/>
        </a:xfrm>
      </p:grpSpPr>
      <p:pic>
        <p:nvPicPr>
          <p:cNvPr id="9" name="Picture 8" descr="A cartoon of a wizard&#10;&#10;AI-generated content may be incorrect.">
            <a:extLst>
              <a:ext uri="{FF2B5EF4-FFF2-40B4-BE49-F238E27FC236}">
                <a16:creationId xmlns:a16="http://schemas.microsoft.com/office/drawing/2014/main" id="{8CF0FDC3-FAEA-7FE3-3DE0-CED3BEF7FA8C}"/>
              </a:ext>
            </a:extLst>
          </p:cNvPr>
          <p:cNvPicPr>
            <a:picLocks noChangeAspect="1"/>
          </p:cNvPicPr>
          <p:nvPr/>
        </p:nvPicPr>
        <p:blipFill>
          <a:blip r:embed="rId3"/>
          <a:stretch>
            <a:fillRect/>
          </a:stretch>
        </p:blipFill>
        <p:spPr>
          <a:xfrm>
            <a:off x="8684795" y="3429000"/>
            <a:ext cx="2650957" cy="3614941"/>
          </a:xfrm>
          <a:prstGeom prst="rect">
            <a:avLst/>
          </a:prstGeom>
        </p:spPr>
      </p:pic>
      <p:sp>
        <p:nvSpPr>
          <p:cNvPr id="10" name="Oval Callout 9">
            <a:extLst>
              <a:ext uri="{FF2B5EF4-FFF2-40B4-BE49-F238E27FC236}">
                <a16:creationId xmlns:a16="http://schemas.microsoft.com/office/drawing/2014/main" id="{BB1F898B-5912-4BBC-98FB-8B077F0511FF}"/>
              </a:ext>
            </a:extLst>
          </p:cNvPr>
          <p:cNvSpPr/>
          <p:nvPr/>
        </p:nvSpPr>
        <p:spPr>
          <a:xfrm flipH="1">
            <a:off x="2406316" y="0"/>
            <a:ext cx="8217569" cy="3614940"/>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2" name="Picture 1" descr="A green dragon with wings&#10;&#10;AI-generated content may be incorrect.">
            <a:extLst>
              <a:ext uri="{FF2B5EF4-FFF2-40B4-BE49-F238E27FC236}">
                <a16:creationId xmlns:a16="http://schemas.microsoft.com/office/drawing/2014/main" id="{E0112729-7398-D6E3-9FA0-C4228F0DAA7B}"/>
              </a:ext>
            </a:extLst>
          </p:cNvPr>
          <p:cNvPicPr>
            <a:picLocks noChangeAspect="1"/>
          </p:cNvPicPr>
          <p:nvPr/>
        </p:nvPicPr>
        <p:blipFill>
          <a:blip r:embed="rId4"/>
          <a:stretch>
            <a:fillRect/>
          </a:stretch>
        </p:blipFill>
        <p:spPr>
          <a:xfrm>
            <a:off x="528387" y="3261560"/>
            <a:ext cx="3344779" cy="3334941"/>
          </a:xfrm>
          <a:prstGeom prst="rect">
            <a:avLst/>
          </a:prstGeom>
        </p:spPr>
      </p:pic>
      <p:sp>
        <p:nvSpPr>
          <p:cNvPr id="3" name="TextBox 2">
            <a:extLst>
              <a:ext uri="{FF2B5EF4-FFF2-40B4-BE49-F238E27FC236}">
                <a16:creationId xmlns:a16="http://schemas.microsoft.com/office/drawing/2014/main" id="{1FE7D192-F2EC-FC27-9C39-C94735B8E4EA}"/>
              </a:ext>
            </a:extLst>
          </p:cNvPr>
          <p:cNvSpPr txBox="1"/>
          <p:nvPr/>
        </p:nvSpPr>
        <p:spPr>
          <a:xfrm>
            <a:off x="3537284" y="843677"/>
            <a:ext cx="6472989" cy="2308324"/>
          </a:xfrm>
          <a:prstGeom prst="rect">
            <a:avLst/>
          </a:prstGeom>
          <a:noFill/>
        </p:spPr>
        <p:txBody>
          <a:bodyPr wrap="square" rtlCol="0">
            <a:spAutoFit/>
          </a:bodyPr>
          <a:lstStyle/>
          <a:p>
            <a:r>
              <a:rPr lang="en-BE" dirty="0"/>
              <a:t>Hier is een voorbeeld van wat ik hem nog kon leren: </a:t>
            </a:r>
          </a:p>
          <a:p>
            <a:endParaRPr lang="en-BE" dirty="0"/>
          </a:p>
          <a:p>
            <a:endParaRPr lang="en-BE" dirty="0"/>
          </a:p>
          <a:p>
            <a:endParaRPr lang="en-BE" dirty="0"/>
          </a:p>
          <a:p>
            <a:endParaRPr lang="en-BE" dirty="0"/>
          </a:p>
          <a:p>
            <a:endParaRPr lang="en-BE" dirty="0"/>
          </a:p>
          <a:p>
            <a:endParaRPr lang="en-BE" dirty="0"/>
          </a:p>
          <a:p>
            <a:r>
              <a:rPr lang="en-BE" dirty="0"/>
              <a:t>Druk op spatie om verder te gaan. </a:t>
            </a:r>
          </a:p>
        </p:txBody>
      </p:sp>
      <p:sp>
        <p:nvSpPr>
          <p:cNvPr id="4" name="Rectangle 3">
            <a:extLst>
              <a:ext uri="{FF2B5EF4-FFF2-40B4-BE49-F238E27FC236}">
                <a16:creationId xmlns:a16="http://schemas.microsoft.com/office/drawing/2014/main" id="{CEF62439-38ED-3010-F2B4-98E9CF769DDE}"/>
              </a:ext>
            </a:extLst>
          </p:cNvPr>
          <p:cNvSpPr/>
          <p:nvPr/>
        </p:nvSpPr>
        <p:spPr>
          <a:xfrm>
            <a:off x="5332685" y="1219001"/>
            <a:ext cx="2617076" cy="1277007"/>
          </a:xfrm>
          <a:prstGeom prst="rect">
            <a:avLst/>
          </a:prstGeom>
          <a:noFill/>
          <a:ln w="47625">
            <a:solidFill>
              <a:srgbClr val="1600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 name="Straight Connector 4">
            <a:extLst>
              <a:ext uri="{FF2B5EF4-FFF2-40B4-BE49-F238E27FC236}">
                <a16:creationId xmlns:a16="http://schemas.microsoft.com/office/drawing/2014/main" id="{1DA34B75-64CA-D734-5653-E2784E721336}"/>
              </a:ext>
            </a:extLst>
          </p:cNvPr>
          <p:cNvCxnSpPr>
            <a:cxnSpLocks/>
          </p:cNvCxnSpPr>
          <p:nvPr/>
        </p:nvCxnSpPr>
        <p:spPr>
          <a:xfrm>
            <a:off x="5923276" y="1640695"/>
            <a:ext cx="1435894" cy="433617"/>
          </a:xfrm>
          <a:prstGeom prst="line">
            <a:avLst/>
          </a:prstGeom>
          <a:ln w="47625">
            <a:solidFill>
              <a:srgbClr val="1600DB"/>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7315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5A7CEA6C-EFF1-64F8-91DD-1CC64AA80062}"/>
            </a:ext>
          </a:extLst>
        </p:cNvPr>
        <p:cNvGrpSpPr/>
        <p:nvPr/>
      </p:nvGrpSpPr>
      <p:grpSpPr>
        <a:xfrm>
          <a:off x="0" y="0"/>
          <a:ext cx="0" cy="0"/>
          <a:chOff x="0" y="0"/>
          <a:chExt cx="0" cy="0"/>
        </a:xfrm>
      </p:grpSpPr>
      <p:pic>
        <p:nvPicPr>
          <p:cNvPr id="9" name="Picture 8" descr="A cartoon of a wizard&#10;&#10;AI-generated content may be incorrect.">
            <a:extLst>
              <a:ext uri="{FF2B5EF4-FFF2-40B4-BE49-F238E27FC236}">
                <a16:creationId xmlns:a16="http://schemas.microsoft.com/office/drawing/2014/main" id="{DDFA6680-9586-1878-25C8-7D4D837E31CD}"/>
              </a:ext>
            </a:extLst>
          </p:cNvPr>
          <p:cNvPicPr>
            <a:picLocks noChangeAspect="1"/>
          </p:cNvPicPr>
          <p:nvPr/>
        </p:nvPicPr>
        <p:blipFill>
          <a:blip r:embed="rId3"/>
          <a:stretch>
            <a:fillRect/>
          </a:stretch>
        </p:blipFill>
        <p:spPr>
          <a:xfrm>
            <a:off x="8684795" y="3429000"/>
            <a:ext cx="2650957" cy="3614941"/>
          </a:xfrm>
          <a:prstGeom prst="rect">
            <a:avLst/>
          </a:prstGeom>
        </p:spPr>
      </p:pic>
      <p:sp>
        <p:nvSpPr>
          <p:cNvPr id="10" name="Oval Callout 9">
            <a:extLst>
              <a:ext uri="{FF2B5EF4-FFF2-40B4-BE49-F238E27FC236}">
                <a16:creationId xmlns:a16="http://schemas.microsoft.com/office/drawing/2014/main" id="{826049A3-BC32-C2E9-E209-707A24ED917D}"/>
              </a:ext>
            </a:extLst>
          </p:cNvPr>
          <p:cNvSpPr/>
          <p:nvPr/>
        </p:nvSpPr>
        <p:spPr>
          <a:xfrm flipH="1">
            <a:off x="2406316" y="0"/>
            <a:ext cx="8217569" cy="3614940"/>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2" name="Picture 1" descr="A green dragon with wings&#10;&#10;AI-generated content may be incorrect.">
            <a:extLst>
              <a:ext uri="{FF2B5EF4-FFF2-40B4-BE49-F238E27FC236}">
                <a16:creationId xmlns:a16="http://schemas.microsoft.com/office/drawing/2014/main" id="{E364F398-D186-6C3C-A183-81206B10807B}"/>
              </a:ext>
            </a:extLst>
          </p:cNvPr>
          <p:cNvPicPr>
            <a:picLocks noChangeAspect="1"/>
          </p:cNvPicPr>
          <p:nvPr/>
        </p:nvPicPr>
        <p:blipFill>
          <a:blip r:embed="rId4"/>
          <a:stretch>
            <a:fillRect/>
          </a:stretch>
        </p:blipFill>
        <p:spPr>
          <a:xfrm>
            <a:off x="528387" y="3261560"/>
            <a:ext cx="3344779" cy="3334941"/>
          </a:xfrm>
          <a:prstGeom prst="rect">
            <a:avLst/>
          </a:prstGeom>
        </p:spPr>
      </p:pic>
      <p:sp>
        <p:nvSpPr>
          <p:cNvPr id="3" name="TextBox 2">
            <a:extLst>
              <a:ext uri="{FF2B5EF4-FFF2-40B4-BE49-F238E27FC236}">
                <a16:creationId xmlns:a16="http://schemas.microsoft.com/office/drawing/2014/main" id="{D75A0DE5-3427-5643-FE94-0EA1CFECD6C7}"/>
              </a:ext>
            </a:extLst>
          </p:cNvPr>
          <p:cNvSpPr txBox="1"/>
          <p:nvPr/>
        </p:nvSpPr>
        <p:spPr>
          <a:xfrm>
            <a:off x="3549723" y="564841"/>
            <a:ext cx="6472989" cy="2585323"/>
          </a:xfrm>
          <a:prstGeom prst="rect">
            <a:avLst/>
          </a:prstGeom>
          <a:noFill/>
        </p:spPr>
        <p:txBody>
          <a:bodyPr wrap="square" rtlCol="0">
            <a:spAutoFit/>
          </a:bodyPr>
          <a:lstStyle/>
          <a:p>
            <a:r>
              <a:rPr lang="en-BE" dirty="0"/>
              <a:t>Norbert kan de grootte van de rechthoek aanpassen, de orientatie van het lijntje en de kleur: </a:t>
            </a:r>
          </a:p>
          <a:p>
            <a:endParaRPr lang="en-BE" dirty="0"/>
          </a:p>
          <a:p>
            <a:endParaRPr lang="en-BE" dirty="0"/>
          </a:p>
          <a:p>
            <a:endParaRPr lang="en-BE" dirty="0"/>
          </a:p>
          <a:p>
            <a:endParaRPr lang="en-BE" dirty="0"/>
          </a:p>
          <a:p>
            <a:endParaRPr lang="en-BE" dirty="0"/>
          </a:p>
          <a:p>
            <a:endParaRPr lang="en-BE" dirty="0"/>
          </a:p>
          <a:p>
            <a:r>
              <a:rPr lang="en-BE" dirty="0"/>
              <a:t>Druk op spatie om verder te gaan. </a:t>
            </a:r>
          </a:p>
        </p:txBody>
      </p:sp>
      <p:sp>
        <p:nvSpPr>
          <p:cNvPr id="4" name="Rectangle 3">
            <a:extLst>
              <a:ext uri="{FF2B5EF4-FFF2-40B4-BE49-F238E27FC236}">
                <a16:creationId xmlns:a16="http://schemas.microsoft.com/office/drawing/2014/main" id="{DBFCDB95-5CA4-23CF-1325-2426882ADBD1}"/>
              </a:ext>
            </a:extLst>
          </p:cNvPr>
          <p:cNvSpPr/>
          <p:nvPr/>
        </p:nvSpPr>
        <p:spPr>
          <a:xfrm>
            <a:off x="5332685" y="1219001"/>
            <a:ext cx="2617076" cy="1277007"/>
          </a:xfrm>
          <a:prstGeom prst="rect">
            <a:avLst/>
          </a:prstGeom>
          <a:noFill/>
          <a:ln w="47625">
            <a:solidFill>
              <a:srgbClr val="1600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 name="Straight Connector 4">
            <a:extLst>
              <a:ext uri="{FF2B5EF4-FFF2-40B4-BE49-F238E27FC236}">
                <a16:creationId xmlns:a16="http://schemas.microsoft.com/office/drawing/2014/main" id="{C67B8263-2EA6-81E8-A7A0-FBEAE3D2281B}"/>
              </a:ext>
            </a:extLst>
          </p:cNvPr>
          <p:cNvCxnSpPr>
            <a:cxnSpLocks/>
          </p:cNvCxnSpPr>
          <p:nvPr/>
        </p:nvCxnSpPr>
        <p:spPr>
          <a:xfrm>
            <a:off x="5923276" y="1640695"/>
            <a:ext cx="1435894" cy="433617"/>
          </a:xfrm>
          <a:prstGeom prst="line">
            <a:avLst/>
          </a:prstGeom>
          <a:ln w="47625">
            <a:solidFill>
              <a:srgbClr val="1600DB"/>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8098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40E741C4-3F0E-3E7B-ACB3-FD18D39B1C64}"/>
            </a:ext>
          </a:extLst>
        </p:cNvPr>
        <p:cNvGrpSpPr/>
        <p:nvPr/>
      </p:nvGrpSpPr>
      <p:grpSpPr>
        <a:xfrm>
          <a:off x="0" y="0"/>
          <a:ext cx="0" cy="0"/>
          <a:chOff x="0" y="0"/>
          <a:chExt cx="0" cy="0"/>
        </a:xfrm>
      </p:grpSpPr>
      <p:pic>
        <p:nvPicPr>
          <p:cNvPr id="9" name="Picture 8" descr="A cartoon of a wizard&#10;&#10;AI-generated content may be incorrect.">
            <a:extLst>
              <a:ext uri="{FF2B5EF4-FFF2-40B4-BE49-F238E27FC236}">
                <a16:creationId xmlns:a16="http://schemas.microsoft.com/office/drawing/2014/main" id="{ACDA588E-68B1-AC57-68B0-7C6C9DBDFEF4}"/>
              </a:ext>
            </a:extLst>
          </p:cNvPr>
          <p:cNvPicPr>
            <a:picLocks noChangeAspect="1"/>
          </p:cNvPicPr>
          <p:nvPr/>
        </p:nvPicPr>
        <p:blipFill>
          <a:blip r:embed="rId3"/>
          <a:stretch>
            <a:fillRect/>
          </a:stretch>
        </p:blipFill>
        <p:spPr>
          <a:xfrm>
            <a:off x="8684795" y="3429000"/>
            <a:ext cx="2650957" cy="3614941"/>
          </a:xfrm>
          <a:prstGeom prst="rect">
            <a:avLst/>
          </a:prstGeom>
        </p:spPr>
      </p:pic>
      <p:sp>
        <p:nvSpPr>
          <p:cNvPr id="10" name="Oval Callout 9">
            <a:extLst>
              <a:ext uri="{FF2B5EF4-FFF2-40B4-BE49-F238E27FC236}">
                <a16:creationId xmlns:a16="http://schemas.microsoft.com/office/drawing/2014/main" id="{B4C594C1-D940-E3D4-2CC2-90A386318B42}"/>
              </a:ext>
            </a:extLst>
          </p:cNvPr>
          <p:cNvSpPr/>
          <p:nvPr/>
        </p:nvSpPr>
        <p:spPr>
          <a:xfrm flipH="1">
            <a:off x="2406316" y="0"/>
            <a:ext cx="8217569" cy="3614940"/>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2" name="Picture 1" descr="A green dragon with wings&#10;&#10;AI-generated content may be incorrect.">
            <a:extLst>
              <a:ext uri="{FF2B5EF4-FFF2-40B4-BE49-F238E27FC236}">
                <a16:creationId xmlns:a16="http://schemas.microsoft.com/office/drawing/2014/main" id="{AAC48C07-21B5-3BEA-9107-18C4DBAE3162}"/>
              </a:ext>
            </a:extLst>
          </p:cNvPr>
          <p:cNvPicPr>
            <a:picLocks noChangeAspect="1"/>
          </p:cNvPicPr>
          <p:nvPr/>
        </p:nvPicPr>
        <p:blipFill>
          <a:blip r:embed="rId4"/>
          <a:stretch>
            <a:fillRect/>
          </a:stretch>
        </p:blipFill>
        <p:spPr>
          <a:xfrm>
            <a:off x="528387" y="3261560"/>
            <a:ext cx="3344779" cy="3334941"/>
          </a:xfrm>
          <a:prstGeom prst="rect">
            <a:avLst/>
          </a:prstGeom>
        </p:spPr>
      </p:pic>
      <p:sp>
        <p:nvSpPr>
          <p:cNvPr id="3" name="TextBox 2">
            <a:extLst>
              <a:ext uri="{FF2B5EF4-FFF2-40B4-BE49-F238E27FC236}">
                <a16:creationId xmlns:a16="http://schemas.microsoft.com/office/drawing/2014/main" id="{7704DAEC-F265-6731-8116-B70433BE8228}"/>
              </a:ext>
            </a:extLst>
          </p:cNvPr>
          <p:cNvSpPr txBox="1"/>
          <p:nvPr/>
        </p:nvSpPr>
        <p:spPr>
          <a:xfrm>
            <a:off x="3537284" y="745004"/>
            <a:ext cx="6472989" cy="2308324"/>
          </a:xfrm>
          <a:prstGeom prst="rect">
            <a:avLst/>
          </a:prstGeom>
          <a:noFill/>
        </p:spPr>
        <p:txBody>
          <a:bodyPr wrap="square" rtlCol="0">
            <a:spAutoFit/>
          </a:bodyPr>
          <a:lstStyle/>
          <a:p>
            <a:r>
              <a:rPr lang="en-BE" dirty="0"/>
              <a:t>Met die kenmerken zal Norbert je aangeven welke deur de juiste is! </a:t>
            </a:r>
          </a:p>
          <a:p>
            <a:endParaRPr lang="en-BE" dirty="0"/>
          </a:p>
          <a:p>
            <a:r>
              <a:rPr lang="en-BE" dirty="0"/>
              <a:t>Zolang je juist bent, blijf je in een kasteel, eens je fout bent, kan je een nieuw (of hetzelfde) kasteel kiezen. Gebruik telkens de muis om keuzes te maken. </a:t>
            </a:r>
          </a:p>
          <a:p>
            <a:endParaRPr lang="en-BE" dirty="0"/>
          </a:p>
          <a:p>
            <a:r>
              <a:rPr lang="en-BE" dirty="0"/>
              <a:t>Heel veel succes! Druk op spatie om verder te gaan. </a:t>
            </a:r>
          </a:p>
        </p:txBody>
      </p:sp>
    </p:spTree>
    <p:extLst>
      <p:ext uri="{BB962C8B-B14F-4D97-AF65-F5344CB8AC3E}">
        <p14:creationId xmlns:p14="http://schemas.microsoft.com/office/powerpoint/2010/main" val="1381122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54A83A07-0616-0E2F-21DD-451DED124E82}"/>
            </a:ext>
          </a:extLst>
        </p:cNvPr>
        <p:cNvGrpSpPr/>
        <p:nvPr/>
      </p:nvGrpSpPr>
      <p:grpSpPr>
        <a:xfrm>
          <a:off x="0" y="0"/>
          <a:ext cx="0" cy="0"/>
          <a:chOff x="0" y="0"/>
          <a:chExt cx="0" cy="0"/>
        </a:xfrm>
      </p:grpSpPr>
      <p:pic>
        <p:nvPicPr>
          <p:cNvPr id="9" name="Picture 8" descr="A cartoon of a wizard&#10;&#10;AI-generated content may be incorrect.">
            <a:extLst>
              <a:ext uri="{FF2B5EF4-FFF2-40B4-BE49-F238E27FC236}">
                <a16:creationId xmlns:a16="http://schemas.microsoft.com/office/drawing/2014/main" id="{F70FB2AF-220D-5314-72B4-A6A0589056A7}"/>
              </a:ext>
            </a:extLst>
          </p:cNvPr>
          <p:cNvPicPr>
            <a:picLocks noChangeAspect="1"/>
          </p:cNvPicPr>
          <p:nvPr/>
        </p:nvPicPr>
        <p:blipFill>
          <a:blip r:embed="rId3"/>
          <a:stretch>
            <a:fillRect/>
          </a:stretch>
        </p:blipFill>
        <p:spPr>
          <a:xfrm>
            <a:off x="8684795" y="3429000"/>
            <a:ext cx="2650957" cy="3614941"/>
          </a:xfrm>
          <a:prstGeom prst="rect">
            <a:avLst/>
          </a:prstGeom>
        </p:spPr>
      </p:pic>
      <p:sp>
        <p:nvSpPr>
          <p:cNvPr id="10" name="Oval Callout 9">
            <a:extLst>
              <a:ext uri="{FF2B5EF4-FFF2-40B4-BE49-F238E27FC236}">
                <a16:creationId xmlns:a16="http://schemas.microsoft.com/office/drawing/2014/main" id="{12587995-7C6B-2E63-2E9C-3836D9775B8B}"/>
              </a:ext>
            </a:extLst>
          </p:cNvPr>
          <p:cNvSpPr/>
          <p:nvPr/>
        </p:nvSpPr>
        <p:spPr>
          <a:xfrm flipH="1">
            <a:off x="2406316" y="0"/>
            <a:ext cx="8217569" cy="3614940"/>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2" name="Picture 1" descr="A green dragon with wings&#10;&#10;AI-generated content may be incorrect.">
            <a:extLst>
              <a:ext uri="{FF2B5EF4-FFF2-40B4-BE49-F238E27FC236}">
                <a16:creationId xmlns:a16="http://schemas.microsoft.com/office/drawing/2014/main" id="{CDD6BE1C-B16A-8E35-F990-FADD6A110E25}"/>
              </a:ext>
            </a:extLst>
          </p:cNvPr>
          <p:cNvPicPr>
            <a:picLocks noChangeAspect="1"/>
          </p:cNvPicPr>
          <p:nvPr/>
        </p:nvPicPr>
        <p:blipFill>
          <a:blip r:embed="rId4"/>
          <a:stretch>
            <a:fillRect/>
          </a:stretch>
        </p:blipFill>
        <p:spPr>
          <a:xfrm>
            <a:off x="528387" y="3261560"/>
            <a:ext cx="3344779" cy="3334941"/>
          </a:xfrm>
          <a:prstGeom prst="rect">
            <a:avLst/>
          </a:prstGeom>
        </p:spPr>
      </p:pic>
      <p:sp>
        <p:nvSpPr>
          <p:cNvPr id="3" name="TextBox 2">
            <a:extLst>
              <a:ext uri="{FF2B5EF4-FFF2-40B4-BE49-F238E27FC236}">
                <a16:creationId xmlns:a16="http://schemas.microsoft.com/office/drawing/2014/main" id="{3D410FDC-BCD8-ED87-129B-68C715F794F6}"/>
              </a:ext>
            </a:extLst>
          </p:cNvPr>
          <p:cNvSpPr txBox="1"/>
          <p:nvPr/>
        </p:nvSpPr>
        <p:spPr>
          <a:xfrm>
            <a:off x="3537284" y="1068806"/>
            <a:ext cx="6472989" cy="1477328"/>
          </a:xfrm>
          <a:prstGeom prst="rect">
            <a:avLst/>
          </a:prstGeom>
          <a:noFill/>
        </p:spPr>
        <p:txBody>
          <a:bodyPr wrap="square" rtlCol="0">
            <a:spAutoFit/>
          </a:bodyPr>
          <a:lstStyle/>
          <a:p>
            <a:r>
              <a:rPr lang="en-BE" dirty="0"/>
              <a:t>Probeer de regels van alle kastelen te achterhalen, want in het meesterkasteel zal je op elk kasteel getest worden! </a:t>
            </a:r>
          </a:p>
          <a:p>
            <a:endParaRPr lang="en-BE" dirty="0"/>
          </a:p>
          <a:p>
            <a:endParaRPr lang="en-BE" dirty="0"/>
          </a:p>
          <a:p>
            <a:r>
              <a:rPr lang="en-BE" dirty="0"/>
              <a:t>Heel veel succes! Druk op spatie om verder te gaan. </a:t>
            </a:r>
          </a:p>
        </p:txBody>
      </p:sp>
    </p:spTree>
    <p:extLst>
      <p:ext uri="{BB962C8B-B14F-4D97-AF65-F5344CB8AC3E}">
        <p14:creationId xmlns:p14="http://schemas.microsoft.com/office/powerpoint/2010/main" val="2498813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pic>
        <p:nvPicPr>
          <p:cNvPr id="6" name="Picture 5" descr="A purple cloud with yellow stars&#10;&#10;AI-generated content may be incorrect.">
            <a:extLst>
              <a:ext uri="{FF2B5EF4-FFF2-40B4-BE49-F238E27FC236}">
                <a16:creationId xmlns:a16="http://schemas.microsoft.com/office/drawing/2014/main" id="{F2293B01-5389-0559-FC98-85EC3C9F294C}"/>
              </a:ext>
            </a:extLst>
          </p:cNvPr>
          <p:cNvPicPr>
            <a:picLocks noChangeAspect="1"/>
          </p:cNvPicPr>
          <p:nvPr/>
        </p:nvPicPr>
        <p:blipFill>
          <a:blip r:embed="rId3"/>
          <a:stretch>
            <a:fillRect/>
          </a:stretch>
        </p:blipFill>
        <p:spPr>
          <a:xfrm>
            <a:off x="8318836" y="3801270"/>
            <a:ext cx="2819400" cy="2255520"/>
          </a:xfrm>
          <a:prstGeom prst="rect">
            <a:avLst/>
          </a:prstGeom>
        </p:spPr>
      </p:pic>
      <p:pic>
        <p:nvPicPr>
          <p:cNvPr id="2" name="Picture 1" descr="A green dragon with wings&#10;&#10;AI-generated content may be incorrect.">
            <a:extLst>
              <a:ext uri="{FF2B5EF4-FFF2-40B4-BE49-F238E27FC236}">
                <a16:creationId xmlns:a16="http://schemas.microsoft.com/office/drawing/2014/main" id="{D76B298B-B85E-2B8B-3F23-B48CD1553881}"/>
              </a:ext>
            </a:extLst>
          </p:cNvPr>
          <p:cNvPicPr>
            <a:picLocks noChangeAspect="1"/>
          </p:cNvPicPr>
          <p:nvPr/>
        </p:nvPicPr>
        <p:blipFill>
          <a:blip r:embed="rId4"/>
          <a:stretch>
            <a:fillRect/>
          </a:stretch>
        </p:blipFill>
        <p:spPr>
          <a:xfrm>
            <a:off x="528387" y="3261560"/>
            <a:ext cx="3344779" cy="3334941"/>
          </a:xfrm>
          <a:prstGeom prst="rect">
            <a:avLst/>
          </a:prstGeom>
        </p:spPr>
      </p:pic>
      <p:sp>
        <p:nvSpPr>
          <p:cNvPr id="3" name="TextBox 2">
            <a:extLst>
              <a:ext uri="{FF2B5EF4-FFF2-40B4-BE49-F238E27FC236}">
                <a16:creationId xmlns:a16="http://schemas.microsoft.com/office/drawing/2014/main" id="{C6FA1E9B-BFC9-A58C-181A-29897F2D0688}"/>
              </a:ext>
            </a:extLst>
          </p:cNvPr>
          <p:cNvSpPr txBox="1"/>
          <p:nvPr/>
        </p:nvSpPr>
        <p:spPr>
          <a:xfrm>
            <a:off x="2560129" y="1436914"/>
            <a:ext cx="7068457" cy="369332"/>
          </a:xfrm>
          <a:prstGeom prst="rect">
            <a:avLst/>
          </a:prstGeom>
          <a:noFill/>
        </p:spPr>
        <p:txBody>
          <a:bodyPr wrap="square" rtlCol="0">
            <a:spAutoFit/>
          </a:bodyPr>
          <a:lstStyle/>
          <a:p>
            <a:pPr algn="ctr"/>
            <a:r>
              <a:rPr lang="en-BE" dirty="0"/>
              <a:t>Klik op spatie om het experiment te beginnen. </a:t>
            </a:r>
          </a:p>
        </p:txBody>
      </p:sp>
    </p:spTree>
    <p:extLst>
      <p:ext uri="{BB962C8B-B14F-4D97-AF65-F5344CB8AC3E}">
        <p14:creationId xmlns:p14="http://schemas.microsoft.com/office/powerpoint/2010/main" val="615551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679</Words>
  <Application>Microsoft Macintosh PowerPoint</Application>
  <PresentationFormat>Widescreen</PresentationFormat>
  <Paragraphs>62</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Ward Claeys</dc:creator>
  <cp:lastModifiedBy>Ward Claeys</cp:lastModifiedBy>
  <cp:revision>4</cp:revision>
  <dcterms:created xsi:type="dcterms:W3CDTF">2026-02-16T08:54:16Z</dcterms:created>
  <dcterms:modified xsi:type="dcterms:W3CDTF">2026-05-04T07:42:26Z</dcterms:modified>
</cp:coreProperties>
</file>