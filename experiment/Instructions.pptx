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3" r:id="rId4"/>
    <p:sldId id="264" r:id="rId5"/>
    <p:sldId id="265" r:id="rId6"/>
    <p:sldId id="260" r:id="rId7"/>
    <p:sldId id="261" r:id="rId8"/>
    <p:sldId id="267" r:id="rId9"/>
    <p:sldId id="268" r:id="rId10"/>
    <p:sldId id="269" r:id="rId11"/>
    <p:sldId id="257" r:id="rId1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0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47"/>
    <p:restoredTop sz="94679"/>
  </p:normalViewPr>
  <p:slideViewPr>
    <p:cSldViewPr snapToGrid="0">
      <p:cViewPr varScale="1">
        <p:scale>
          <a:sx n="76" d="100"/>
          <a:sy n="76" d="100"/>
        </p:scale>
        <p:origin x="22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45EF6-D8B7-3448-96D6-322676312637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A6887-9C98-114E-B7C9-E50A9DAB836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9348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There are hidden doors in the wall that you need to find. If you get through 20 walls without missing, you will reach the treasure room.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A6887-9C98-114E-B7C9-E50A9DAB836F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14347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1BBFC-0B7B-8252-8623-988C7422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FFB68-C3CA-028B-CF9A-0A8F4B1FF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FAD23-9B8A-DA5A-B916-8A0BAAB63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7E655-83FF-918A-0D63-48EABB35B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A6887-9C98-114E-B7C9-E50A9DAB836F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48700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2A210-1341-DCB9-B3F2-F5E27B64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B62D-F4A6-9601-B117-1F0C8C708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45E57-E26F-9348-DBD9-DEC44945A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9EF44-4757-4BFF-15E5-958173F23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A6887-9C98-114E-B7C9-E50A9DAB836F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41103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B30CA-F452-1ADA-24CC-93331A4C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2206D-A52B-0167-4318-845D298DF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7C1AC-550B-DB79-5A50-2B68FCFFB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3797D-B89F-AAAE-3EB2-E016A77DE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A6887-9C98-114E-B7C9-E50A9DAB836F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25188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A6887-9C98-114E-B7C9-E50A9DAB836F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8779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3582-EEEA-AFED-159D-9A15AA635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49C26-9F6D-48FB-7519-5C958D034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962B2-7E40-2E6E-7547-05F481539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23CB-F71C-F508-12BA-D1A61332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9B51-6573-28F8-13DA-347CA3A1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455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D763-C850-CDB6-DD78-708D27D1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EEE19-4A30-196E-DA27-42F27AF91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B82E4-66A8-FB77-98D9-C74BC9ED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080E1-DB9A-2E85-E7D5-93F0F338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A25B3-FACF-5F78-DB40-24EA3A07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5172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1BD0-FD5E-A3B4-984E-887A63B9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0E721-15E3-B7B4-C131-9CC923DA1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3C80A-D10B-3D09-B146-BCDBE2DB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29994-AE17-754D-8BB6-C034248A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6CF67-E735-6202-1C56-A92C88B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679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7C8E-05BF-AD23-34A6-DF77702D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4FD6F-FDEB-E160-2431-BE061CB6C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CCB05-9FF8-7A46-07B3-1FF99E718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B2D37-1277-5C4B-2360-5D925580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372C7-5022-BF20-B775-AA897045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469A7-436D-B655-F2F1-7D343E40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3278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95BB-B9FD-8A9D-98C7-84CB5284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2E396-EA9D-4BC2-7D4B-F50C01ECB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6AD62-C8B6-BA6F-E0E0-27DACA441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8EC5C-FCB7-42E7-09D5-BDC9FC8A8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904F9-8028-A730-A400-EF6DD580D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81756-3FEE-DFAD-14F3-9E3ED364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57DEE-ABC5-6467-1ECB-B28D429C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40205-3CEB-7BC4-0C4B-3B17BDC5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0966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30B4-96C1-F23C-773F-299E6756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685BE-BFF3-6394-BBC8-60B1BB78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28A9F-3B49-5375-3CEE-F2DC910C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3BAC2-9DC9-66D6-F759-46127D71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634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B5908-0CFC-8E95-4EC7-7FAC9240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E83B8-B6D3-156C-C100-48B63AF9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435C5-42DA-8764-0427-688F6979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0196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4B2F9-99D2-635E-AA8F-A5797C0C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A3DA-0362-1453-D209-290129702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84F5C-74A2-A2C8-E47B-C67E64002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85BFE-B109-A980-EB2D-323C44CC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9DC97-C98D-CE70-493B-C506430F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EB12C-DCBB-B5BA-9FBE-6CED225D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191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118A-91F8-8C4C-7297-040014A0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AB12D-5E63-1194-9430-FE06FC679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C405F-7B3B-09AF-29EA-25BD76072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1E215-2C9E-95C5-610D-00E16781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41C76-2ADD-B80C-85EC-CA0195CAF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B9CC5-C5EA-C38C-415B-3FB54AD2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0746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0DD3-B063-D3D9-D1EB-B41B95FB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EB09D-B446-8834-216B-384031DF5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165F0-81B1-B8C1-62FA-AE52AB45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FEBB9-DCAE-50DC-AE09-94D8D29C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349D4-9012-000D-6B0A-4AF5BC1F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1276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0EBCBC-2200-364F-0E5F-BE2B32AC9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B0BF-A72C-A3F3-7581-E922D35EE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98C76-B68F-D72D-2B66-229B0B78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127EB-EA7D-032B-BEA3-76DD73D6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3D678-D500-E5D2-C456-EA6F4EB2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4352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FC87C1-7941-BC8C-C94C-EBDAEF07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CD8B6-1612-D046-56CD-57A80A08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666BC-95F3-1BE7-0F50-BB8BE085A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E07B1-8807-B34B-B9EE-E033661A8799}" type="datetimeFigureOut">
              <a:rPr lang="en-BE" smtClean="0"/>
              <a:t>07/05/2026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C37B1-ABAC-88F7-2118-861D1BD52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3B1E-B8F2-3447-AB5E-72D13572C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7E41D-43CA-1C4A-B6CA-C698063246B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226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39D37C6F-FC40-A566-92B4-BE2FD2389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FC8204FF-C476-050A-EC79-921590A71387}"/>
              </a:ext>
            </a:extLst>
          </p:cNvPr>
          <p:cNvSpPr/>
          <p:nvPr/>
        </p:nvSpPr>
        <p:spPr>
          <a:xfrm flipH="1">
            <a:off x="2440406" y="321275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6D301-20E9-C0B8-01E0-948960B0DAF1}"/>
              </a:ext>
            </a:extLst>
          </p:cNvPr>
          <p:cNvSpPr txBox="1"/>
          <p:nvPr/>
        </p:nvSpPr>
        <p:spPr>
          <a:xfrm>
            <a:off x="3312695" y="1251582"/>
            <a:ext cx="6472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Hello human! Welcome to the castle grounds! In a moment, you will start your treasure hunt! Sadly enough, I will not be able to guide you. However, the castles are protected by my dragon Norbert. He will try to guide you to the treasure room. </a:t>
            </a:r>
          </a:p>
          <a:p>
            <a:endParaRPr lang="en-BE" dirty="0"/>
          </a:p>
          <a:p>
            <a:r>
              <a:rPr lang="en-BE" dirty="0"/>
              <a:t>Press space to continue</a:t>
            </a:r>
          </a:p>
        </p:txBody>
      </p:sp>
    </p:spTree>
    <p:extLst>
      <p:ext uri="{BB962C8B-B14F-4D97-AF65-F5344CB8AC3E}">
        <p14:creationId xmlns:p14="http://schemas.microsoft.com/office/powerpoint/2010/main" val="62687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9596F-DEE9-A62D-B27F-46F89FC2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B3FB6764-ABDD-DF86-61B2-162AB29AC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D5DF477A-4431-D233-3A27-4BF883AFD3DE}"/>
              </a:ext>
            </a:extLst>
          </p:cNvPr>
          <p:cNvSpPr/>
          <p:nvPr/>
        </p:nvSpPr>
        <p:spPr>
          <a:xfrm flipH="1">
            <a:off x="2406316" y="0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76CB1-D17B-74C2-2B05-E21B1F73B978}"/>
              </a:ext>
            </a:extLst>
          </p:cNvPr>
          <p:cNvSpPr txBox="1"/>
          <p:nvPr/>
        </p:nvSpPr>
        <p:spPr>
          <a:xfrm>
            <a:off x="3340768" y="1051818"/>
            <a:ext cx="66695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In a moment, you will be able to choose between 3 castles. Once you chose, you’ll enter that castle, and you’ll see a wall. In the wall, doors are hidden. I made sure you see where possible doors are with black rectangles. </a:t>
            </a:r>
          </a:p>
          <a:p>
            <a:endParaRPr lang="en-BE" dirty="0"/>
          </a:p>
          <a:p>
            <a:r>
              <a:rPr lang="en-BE" dirty="0"/>
              <a:t>Press space to continue </a:t>
            </a:r>
          </a:p>
        </p:txBody>
      </p:sp>
    </p:spTree>
    <p:extLst>
      <p:ext uri="{BB962C8B-B14F-4D97-AF65-F5344CB8AC3E}">
        <p14:creationId xmlns:p14="http://schemas.microsoft.com/office/powerpoint/2010/main" val="196100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EBF25-A5A8-64F9-4097-20F3292BA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05DCF655-F558-CDE3-0CF1-0A7D102F4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9AC7C7B2-75D0-AAA4-6532-6CD05D7F6D66}"/>
              </a:ext>
            </a:extLst>
          </p:cNvPr>
          <p:cNvSpPr/>
          <p:nvPr/>
        </p:nvSpPr>
        <p:spPr>
          <a:xfrm flipH="1">
            <a:off x="2406316" y="0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96C40-D7BD-01A4-17FE-86A24A2F497F}"/>
              </a:ext>
            </a:extLst>
          </p:cNvPr>
          <p:cNvSpPr txBox="1"/>
          <p:nvPr/>
        </p:nvSpPr>
        <p:spPr>
          <a:xfrm>
            <a:off x="3340768" y="1068806"/>
            <a:ext cx="6669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You have to guess where the doors are hidden. If you get 10 correct, you’ll find the treasure in that castle. You can choose a door with the mouse. </a:t>
            </a:r>
          </a:p>
          <a:p>
            <a:endParaRPr lang="en-BE" dirty="0"/>
          </a:p>
          <a:p>
            <a:r>
              <a:rPr lang="en-BE" dirty="0"/>
              <a:t>Press space to continue</a:t>
            </a:r>
          </a:p>
        </p:txBody>
      </p:sp>
    </p:spTree>
    <p:extLst>
      <p:ext uri="{BB962C8B-B14F-4D97-AF65-F5344CB8AC3E}">
        <p14:creationId xmlns:p14="http://schemas.microsoft.com/office/powerpoint/2010/main" val="333494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2CCC7-A71D-B117-42F8-FDA46DB7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F905D08A-BD72-E394-3401-B792237C3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993D4296-657E-EDD9-CF43-E366F6B09F0F}"/>
              </a:ext>
            </a:extLst>
          </p:cNvPr>
          <p:cNvSpPr/>
          <p:nvPr/>
        </p:nvSpPr>
        <p:spPr>
          <a:xfrm flipH="1">
            <a:off x="2406316" y="0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62465-558D-7D75-1CD6-07752C4529BE}"/>
              </a:ext>
            </a:extLst>
          </p:cNvPr>
          <p:cNvSpPr txBox="1"/>
          <p:nvPr/>
        </p:nvSpPr>
        <p:spPr>
          <a:xfrm>
            <a:off x="3518214" y="1099062"/>
            <a:ext cx="6605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After 45 minutes, you’ll go to the master castle, where I will see if you know the rules of all castles. </a:t>
            </a:r>
          </a:p>
          <a:p>
            <a:endParaRPr lang="en-BE" dirty="0"/>
          </a:p>
          <a:p>
            <a:r>
              <a:rPr lang="en-BE" dirty="0"/>
              <a:t>Press space to continue</a:t>
            </a:r>
          </a:p>
        </p:txBody>
      </p:sp>
    </p:spTree>
    <p:extLst>
      <p:ext uri="{BB962C8B-B14F-4D97-AF65-F5344CB8AC3E}">
        <p14:creationId xmlns:p14="http://schemas.microsoft.com/office/powerpoint/2010/main" val="212919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E481B-BBCD-EBD7-4C32-AFC16E98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9BC58382-E386-F29E-464A-10C09D5C2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E1BC3871-F6FC-F4AE-2BB7-DD38F28D68E5}"/>
              </a:ext>
            </a:extLst>
          </p:cNvPr>
          <p:cNvSpPr/>
          <p:nvPr/>
        </p:nvSpPr>
        <p:spPr>
          <a:xfrm flipH="1">
            <a:off x="2406316" y="0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E125F-779E-1760-B271-6B63D4A6E156}"/>
              </a:ext>
            </a:extLst>
          </p:cNvPr>
          <p:cNvSpPr txBox="1"/>
          <p:nvPr/>
        </p:nvSpPr>
        <p:spPr>
          <a:xfrm>
            <a:off x="3340768" y="1345805"/>
            <a:ext cx="6669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If I see that you know the rules earlier than that, you can go to the master castle earlier and you’ll be done faster. </a:t>
            </a:r>
          </a:p>
          <a:p>
            <a:endParaRPr lang="en-BE" dirty="0"/>
          </a:p>
          <a:p>
            <a:r>
              <a:rPr lang="en-BE" dirty="0"/>
              <a:t>Press space to continue</a:t>
            </a:r>
          </a:p>
        </p:txBody>
      </p:sp>
    </p:spTree>
    <p:extLst>
      <p:ext uri="{BB962C8B-B14F-4D97-AF65-F5344CB8AC3E}">
        <p14:creationId xmlns:p14="http://schemas.microsoft.com/office/powerpoint/2010/main" val="127246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8CEC8-970F-DD28-DBDB-6A085664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742BBDB0-A675-780F-9B42-F02408CD0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B25DD7A7-51D6-7F59-FA53-E45ABD6A9C24}"/>
              </a:ext>
            </a:extLst>
          </p:cNvPr>
          <p:cNvSpPr/>
          <p:nvPr/>
        </p:nvSpPr>
        <p:spPr>
          <a:xfrm flipH="1">
            <a:off x="2406316" y="0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B85BB5-4B63-FDD7-FA0F-41B6318C7A07}"/>
              </a:ext>
            </a:extLst>
          </p:cNvPr>
          <p:cNvSpPr txBox="1"/>
          <p:nvPr/>
        </p:nvSpPr>
        <p:spPr>
          <a:xfrm>
            <a:off x="3708768" y="747531"/>
            <a:ext cx="6301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So, I will need to go now, but let me introduce you to my dragon Norbert who will try to guide you. Sadly enough, Norgert cannot talk yet. However, I was able to teach him how to communicate using figures. I was able to teach him about sizes of squares, colors and orientations. It is your job to figure out what the rules are! </a:t>
            </a:r>
          </a:p>
          <a:p>
            <a:endParaRPr lang="en-BE" dirty="0"/>
          </a:p>
          <a:p>
            <a:r>
              <a:rPr lang="en-BE" dirty="0"/>
              <a:t>Press space to continue</a:t>
            </a:r>
          </a:p>
        </p:txBody>
      </p:sp>
      <p:pic>
        <p:nvPicPr>
          <p:cNvPr id="3" name="Picture 2" descr="A green dragon with wings&#10;&#10;AI-generated content may be incorrect.">
            <a:extLst>
              <a:ext uri="{FF2B5EF4-FFF2-40B4-BE49-F238E27FC236}">
                <a16:creationId xmlns:a16="http://schemas.microsoft.com/office/drawing/2014/main" id="{AF4FF27D-E6F1-D33B-551D-5479C6A01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87" y="3261560"/>
            <a:ext cx="3344779" cy="333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68DD0-30BC-1B05-6CC0-04352B941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0B3CB73B-C75B-6256-2CD2-C98396B35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18DF2BEB-643E-EFE7-F452-FA4C1007B50C}"/>
              </a:ext>
            </a:extLst>
          </p:cNvPr>
          <p:cNvSpPr/>
          <p:nvPr/>
        </p:nvSpPr>
        <p:spPr>
          <a:xfrm flipH="1">
            <a:off x="2406315" y="261499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1DFB9-DA5F-4D87-BE10-F86A6130D315}"/>
              </a:ext>
            </a:extLst>
          </p:cNvPr>
          <p:cNvSpPr txBox="1"/>
          <p:nvPr/>
        </p:nvSpPr>
        <p:spPr>
          <a:xfrm>
            <a:off x="3537284" y="1068806"/>
            <a:ext cx="64729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Here is an example of what I was able to learn him in short notice: </a:t>
            </a: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Press space to continue</a:t>
            </a:r>
          </a:p>
          <a:p>
            <a:endParaRPr lang="en-BE" dirty="0"/>
          </a:p>
        </p:txBody>
      </p:sp>
      <p:pic>
        <p:nvPicPr>
          <p:cNvPr id="2" name="Picture 1" descr="A green dragon with wings&#10;&#10;AI-generated content may be incorrect.">
            <a:extLst>
              <a:ext uri="{FF2B5EF4-FFF2-40B4-BE49-F238E27FC236}">
                <a16:creationId xmlns:a16="http://schemas.microsoft.com/office/drawing/2014/main" id="{6FDC8E7D-FA2B-019B-9268-21D6318BF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87" y="3261560"/>
            <a:ext cx="3344779" cy="33349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3332F7-6BF5-8DC5-D98A-125DBE3D4A01}"/>
              </a:ext>
            </a:extLst>
          </p:cNvPr>
          <p:cNvSpPr/>
          <p:nvPr/>
        </p:nvSpPr>
        <p:spPr>
          <a:xfrm>
            <a:off x="5206561" y="1633036"/>
            <a:ext cx="2617076" cy="1277007"/>
          </a:xfrm>
          <a:prstGeom prst="rect">
            <a:avLst/>
          </a:prstGeom>
          <a:noFill/>
          <a:ln w="47625">
            <a:solidFill>
              <a:srgbClr val="1600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CF0B07-23B1-9062-B3DB-97922B2B3117}"/>
              </a:ext>
            </a:extLst>
          </p:cNvPr>
          <p:cNvCxnSpPr>
            <a:cxnSpLocks/>
          </p:cNvCxnSpPr>
          <p:nvPr/>
        </p:nvCxnSpPr>
        <p:spPr>
          <a:xfrm>
            <a:off x="5797152" y="2068969"/>
            <a:ext cx="1435894" cy="433617"/>
          </a:xfrm>
          <a:prstGeom prst="line">
            <a:avLst/>
          </a:prstGeom>
          <a:ln w="47625">
            <a:solidFill>
              <a:srgbClr val="160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36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44398-22E3-9BA0-CDCA-71F6E962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7DCEDBBE-8826-4E66-08B8-5C8CCD87F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B060DA24-0056-4561-FFDD-600EB916A55D}"/>
              </a:ext>
            </a:extLst>
          </p:cNvPr>
          <p:cNvSpPr/>
          <p:nvPr/>
        </p:nvSpPr>
        <p:spPr>
          <a:xfrm flipH="1">
            <a:off x="2406315" y="261499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FE044-DFA5-830C-51A5-91701499144C}"/>
              </a:ext>
            </a:extLst>
          </p:cNvPr>
          <p:cNvSpPr txBox="1"/>
          <p:nvPr/>
        </p:nvSpPr>
        <p:spPr>
          <a:xfrm>
            <a:off x="3537284" y="840379"/>
            <a:ext cx="64729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Norbert is able to change the size of the square, the orientation of the line and the color of the figure</a:t>
            </a: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Press space to continue</a:t>
            </a:r>
          </a:p>
          <a:p>
            <a:endParaRPr lang="en-BE" dirty="0"/>
          </a:p>
        </p:txBody>
      </p:sp>
      <p:pic>
        <p:nvPicPr>
          <p:cNvPr id="2" name="Picture 1" descr="A green dragon with wings&#10;&#10;AI-generated content may be incorrect.">
            <a:extLst>
              <a:ext uri="{FF2B5EF4-FFF2-40B4-BE49-F238E27FC236}">
                <a16:creationId xmlns:a16="http://schemas.microsoft.com/office/drawing/2014/main" id="{B630E386-C3A0-724E-C169-77433E24E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87" y="3261560"/>
            <a:ext cx="3344779" cy="33349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F653FA-3E73-B21A-F2BD-7059FCE07224}"/>
              </a:ext>
            </a:extLst>
          </p:cNvPr>
          <p:cNvSpPr/>
          <p:nvPr/>
        </p:nvSpPr>
        <p:spPr>
          <a:xfrm>
            <a:off x="5206561" y="1633036"/>
            <a:ext cx="2617076" cy="1277007"/>
          </a:xfrm>
          <a:prstGeom prst="rect">
            <a:avLst/>
          </a:prstGeom>
          <a:noFill/>
          <a:ln w="47625">
            <a:solidFill>
              <a:srgbClr val="1600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8990F1-D930-305B-346B-1CFF5CF73E9E}"/>
              </a:ext>
            </a:extLst>
          </p:cNvPr>
          <p:cNvCxnSpPr>
            <a:cxnSpLocks/>
          </p:cNvCxnSpPr>
          <p:nvPr/>
        </p:nvCxnSpPr>
        <p:spPr>
          <a:xfrm>
            <a:off x="5797152" y="2054730"/>
            <a:ext cx="1435894" cy="433617"/>
          </a:xfrm>
          <a:prstGeom prst="line">
            <a:avLst/>
          </a:prstGeom>
          <a:ln w="47625">
            <a:solidFill>
              <a:srgbClr val="160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55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813CF-F0E0-A89D-9655-2427FA20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2B171713-53AE-CFEA-7BC2-35AF0BD3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E5AB7CAC-20A3-641F-A192-0345EC3933EE}"/>
              </a:ext>
            </a:extLst>
          </p:cNvPr>
          <p:cNvSpPr/>
          <p:nvPr/>
        </p:nvSpPr>
        <p:spPr>
          <a:xfrm flipH="1">
            <a:off x="2406315" y="261499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DB5F0-A81D-3188-8F3C-43C332E9BEF4}"/>
              </a:ext>
            </a:extLst>
          </p:cNvPr>
          <p:cNvSpPr txBox="1"/>
          <p:nvPr/>
        </p:nvSpPr>
        <p:spPr>
          <a:xfrm>
            <a:off x="3537284" y="1230235"/>
            <a:ext cx="64729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With these features, Norbert will give you hints towards the location of the door. </a:t>
            </a:r>
          </a:p>
          <a:p>
            <a:r>
              <a:rPr lang="en-BE" dirty="0"/>
              <a:t>As long as you are correct, you stay in a castle, once you’re wrong, you can choose a new (or the same) castle. Always use the mouse to decide. </a:t>
            </a:r>
          </a:p>
          <a:p>
            <a:endParaRPr lang="en-BE" dirty="0"/>
          </a:p>
          <a:p>
            <a:r>
              <a:rPr lang="en-BE" dirty="0"/>
              <a:t>Press space to continue</a:t>
            </a:r>
          </a:p>
        </p:txBody>
      </p:sp>
      <p:pic>
        <p:nvPicPr>
          <p:cNvPr id="2" name="Picture 1" descr="A green dragon with wings&#10;&#10;AI-generated content may be incorrect.">
            <a:extLst>
              <a:ext uri="{FF2B5EF4-FFF2-40B4-BE49-F238E27FC236}">
                <a16:creationId xmlns:a16="http://schemas.microsoft.com/office/drawing/2014/main" id="{2D050554-5052-A8BC-0169-3E0999C91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87" y="3261560"/>
            <a:ext cx="3344779" cy="333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8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559D0-A405-E3D5-125B-068A858A3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wizard&#10;&#10;AI-generated content may be incorrect.">
            <a:extLst>
              <a:ext uri="{FF2B5EF4-FFF2-40B4-BE49-F238E27FC236}">
                <a16:creationId xmlns:a16="http://schemas.microsoft.com/office/drawing/2014/main" id="{220BAF58-31B9-A762-7802-6B40568D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795" y="3429000"/>
            <a:ext cx="2650957" cy="3614941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5F7B2AEE-E8F0-3803-ADA6-123A01F55781}"/>
              </a:ext>
            </a:extLst>
          </p:cNvPr>
          <p:cNvSpPr/>
          <p:nvPr/>
        </p:nvSpPr>
        <p:spPr>
          <a:xfrm flipH="1">
            <a:off x="2406316" y="0"/>
            <a:ext cx="8217569" cy="361494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pic>
        <p:nvPicPr>
          <p:cNvPr id="2" name="Picture 1" descr="A green dragon with wings&#10;&#10;AI-generated content may be incorrect.">
            <a:extLst>
              <a:ext uri="{FF2B5EF4-FFF2-40B4-BE49-F238E27FC236}">
                <a16:creationId xmlns:a16="http://schemas.microsoft.com/office/drawing/2014/main" id="{8C250F1E-1CD4-4F05-3793-8E856FC4A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87" y="3261560"/>
            <a:ext cx="3344779" cy="33349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EAFBAA-BA0E-0C79-9A86-355F184ADDA1}"/>
              </a:ext>
            </a:extLst>
          </p:cNvPr>
          <p:cNvSpPr txBox="1"/>
          <p:nvPr/>
        </p:nvSpPr>
        <p:spPr>
          <a:xfrm>
            <a:off x="3001879" y="1068806"/>
            <a:ext cx="70264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Try to figure out the rules of all castles as you’ll be tested on all of them in the test castle. </a:t>
            </a:r>
          </a:p>
          <a:p>
            <a:endParaRPr lang="en-BE" dirty="0"/>
          </a:p>
          <a:p>
            <a:r>
              <a:rPr lang="en-BE" dirty="0"/>
              <a:t>Good luck!  Press space to continue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70675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loud with yellow stars&#10;&#10;AI-generated content may be incorrect.">
            <a:extLst>
              <a:ext uri="{FF2B5EF4-FFF2-40B4-BE49-F238E27FC236}">
                <a16:creationId xmlns:a16="http://schemas.microsoft.com/office/drawing/2014/main" id="{F2293B01-5389-0559-FC98-85EC3C9F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836" y="3801270"/>
            <a:ext cx="2819400" cy="2255520"/>
          </a:xfrm>
          <a:prstGeom prst="rect">
            <a:avLst/>
          </a:prstGeom>
        </p:spPr>
      </p:pic>
      <p:pic>
        <p:nvPicPr>
          <p:cNvPr id="2" name="Picture 1" descr="A green dragon with wings&#10;&#10;AI-generated content may be incorrect.">
            <a:extLst>
              <a:ext uri="{FF2B5EF4-FFF2-40B4-BE49-F238E27FC236}">
                <a16:creationId xmlns:a16="http://schemas.microsoft.com/office/drawing/2014/main" id="{D76B298B-B85E-2B8B-3F23-B48CD1553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87" y="3261560"/>
            <a:ext cx="3344779" cy="33349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FA1E9B-BFC9-A58C-181A-29897F2D0688}"/>
              </a:ext>
            </a:extLst>
          </p:cNvPr>
          <p:cNvSpPr txBox="1"/>
          <p:nvPr/>
        </p:nvSpPr>
        <p:spPr>
          <a:xfrm>
            <a:off x="3873166" y="1436914"/>
            <a:ext cx="706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Press space to start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61555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456</Words>
  <Application>Microsoft Macintosh PowerPoint</Application>
  <PresentationFormat>Widescreen</PresentationFormat>
  <Paragraphs>47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Ward Claeys</dc:creator>
  <cp:lastModifiedBy>Ward Claeys</cp:lastModifiedBy>
  <cp:revision>9</cp:revision>
  <dcterms:created xsi:type="dcterms:W3CDTF">2025-10-31T11:48:36Z</dcterms:created>
  <dcterms:modified xsi:type="dcterms:W3CDTF">2026-05-08T09:10:30Z</dcterms:modified>
</cp:coreProperties>
</file>