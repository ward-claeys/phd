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8" r:id="rId3"/>
    <p:sldId id="263" r:id="rId4"/>
    <p:sldId id="264" r:id="rId5"/>
    <p:sldId id="265" r:id="rId6"/>
    <p:sldId id="266" r:id="rId7"/>
    <p:sldId id="259" r:id="rId8"/>
    <p:sldId id="260" r:id="rId9"/>
    <p:sldId id="261" r:id="rId10"/>
    <p:sldId id="267" r:id="rId11"/>
    <p:sldId id="268" r:id="rId12"/>
    <p:sldId id="262" r:id="rId13"/>
    <p:sldId id="257" r:id="rId14"/>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600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1478"/>
    <p:restoredTop sz="94696"/>
  </p:normalViewPr>
  <p:slideViewPr>
    <p:cSldViewPr snapToGrid="0">
      <p:cViewPr>
        <p:scale>
          <a:sx n="88" d="100"/>
          <a:sy n="88" d="100"/>
        </p:scale>
        <p:origin x="144" y="5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D45EF6-D8B7-3448-96D6-322676312637}" type="datetimeFigureOut">
              <a:rPr lang="en-BE" smtClean="0"/>
              <a:t>03/11/2025</a:t>
            </a:fld>
            <a:endParaRPr lang="en-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2A6887-9C98-114E-B7C9-E50A9DAB836F}" type="slidenum">
              <a:rPr lang="en-BE" smtClean="0"/>
              <a:t>‹#›</a:t>
            </a:fld>
            <a:endParaRPr lang="en-BE"/>
          </a:p>
        </p:txBody>
      </p:sp>
    </p:spTree>
    <p:extLst>
      <p:ext uri="{BB962C8B-B14F-4D97-AF65-F5344CB8AC3E}">
        <p14:creationId xmlns:p14="http://schemas.microsoft.com/office/powerpoint/2010/main" val="893487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There are hidden doors in the wall that you need to find. If you get through 20 walls without missing, you will reach the treasure room. </a:t>
            </a:r>
          </a:p>
        </p:txBody>
      </p:sp>
      <p:sp>
        <p:nvSpPr>
          <p:cNvPr id="4" name="Slide Number Placeholder 3"/>
          <p:cNvSpPr>
            <a:spLocks noGrp="1"/>
          </p:cNvSpPr>
          <p:nvPr>
            <p:ph type="sldNum" sz="quarter" idx="5"/>
          </p:nvPr>
        </p:nvSpPr>
        <p:spPr/>
        <p:txBody>
          <a:bodyPr/>
          <a:lstStyle/>
          <a:p>
            <a:fld id="{F62A6887-9C98-114E-B7C9-E50A9DAB836F}" type="slidenum">
              <a:rPr lang="en-BE" smtClean="0"/>
              <a:t>2</a:t>
            </a:fld>
            <a:endParaRPr lang="en-BE"/>
          </a:p>
        </p:txBody>
      </p:sp>
    </p:spTree>
    <p:extLst>
      <p:ext uri="{BB962C8B-B14F-4D97-AF65-F5344CB8AC3E}">
        <p14:creationId xmlns:p14="http://schemas.microsoft.com/office/powerpoint/2010/main" val="40143474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1BBFC-0B7B-8252-8623-988C742262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8FFB68-C3CA-028B-CF9A-0A8F4B1FF5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2FAD23-9B8A-DA5A-B916-8A0BAAB63ECE}"/>
              </a:ext>
            </a:extLst>
          </p:cNvPr>
          <p:cNvSpPr>
            <a:spLocks noGrp="1"/>
          </p:cNvSpPr>
          <p:nvPr>
            <p:ph type="body" idx="1"/>
          </p:nvPr>
        </p:nvSpPr>
        <p:spPr/>
        <p:txBody>
          <a:bodyPr/>
          <a:lstStyle/>
          <a:p>
            <a:endParaRPr lang="en-BE" dirty="0"/>
          </a:p>
        </p:txBody>
      </p:sp>
      <p:sp>
        <p:nvSpPr>
          <p:cNvPr id="4" name="Slide Number Placeholder 3">
            <a:extLst>
              <a:ext uri="{FF2B5EF4-FFF2-40B4-BE49-F238E27FC236}">
                <a16:creationId xmlns:a16="http://schemas.microsoft.com/office/drawing/2014/main" id="{EDB7E655-83FF-918A-0D63-48EABB35BC2D}"/>
              </a:ext>
            </a:extLst>
          </p:cNvPr>
          <p:cNvSpPr>
            <a:spLocks noGrp="1"/>
          </p:cNvSpPr>
          <p:nvPr>
            <p:ph type="sldNum" sz="quarter" idx="5"/>
          </p:nvPr>
        </p:nvSpPr>
        <p:spPr/>
        <p:txBody>
          <a:bodyPr/>
          <a:lstStyle/>
          <a:p>
            <a:fld id="{F62A6887-9C98-114E-B7C9-E50A9DAB836F}" type="slidenum">
              <a:rPr lang="en-BE" smtClean="0"/>
              <a:t>3</a:t>
            </a:fld>
            <a:endParaRPr lang="en-BE"/>
          </a:p>
        </p:txBody>
      </p:sp>
    </p:spTree>
    <p:extLst>
      <p:ext uri="{BB962C8B-B14F-4D97-AF65-F5344CB8AC3E}">
        <p14:creationId xmlns:p14="http://schemas.microsoft.com/office/powerpoint/2010/main" val="27487001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2A210-1341-DCB9-B3F2-F5E27B6428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B9B62D-F4A6-9601-B117-1F0C8C7083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845E57-E26F-9348-DBD9-DEC44945AFE1}"/>
              </a:ext>
            </a:extLst>
          </p:cNvPr>
          <p:cNvSpPr>
            <a:spLocks noGrp="1"/>
          </p:cNvSpPr>
          <p:nvPr>
            <p:ph type="body" idx="1"/>
          </p:nvPr>
        </p:nvSpPr>
        <p:spPr/>
        <p:txBody>
          <a:bodyPr/>
          <a:lstStyle/>
          <a:p>
            <a:endParaRPr lang="en-BE" dirty="0"/>
          </a:p>
        </p:txBody>
      </p:sp>
      <p:sp>
        <p:nvSpPr>
          <p:cNvPr id="4" name="Slide Number Placeholder 3">
            <a:extLst>
              <a:ext uri="{FF2B5EF4-FFF2-40B4-BE49-F238E27FC236}">
                <a16:creationId xmlns:a16="http://schemas.microsoft.com/office/drawing/2014/main" id="{FB79EF44-4757-4BFF-15E5-958173F23905}"/>
              </a:ext>
            </a:extLst>
          </p:cNvPr>
          <p:cNvSpPr>
            <a:spLocks noGrp="1"/>
          </p:cNvSpPr>
          <p:nvPr>
            <p:ph type="sldNum" sz="quarter" idx="5"/>
          </p:nvPr>
        </p:nvSpPr>
        <p:spPr/>
        <p:txBody>
          <a:bodyPr/>
          <a:lstStyle/>
          <a:p>
            <a:fld id="{F62A6887-9C98-114E-B7C9-E50A9DAB836F}" type="slidenum">
              <a:rPr lang="en-BE" smtClean="0"/>
              <a:t>4</a:t>
            </a:fld>
            <a:endParaRPr lang="en-BE"/>
          </a:p>
        </p:txBody>
      </p:sp>
    </p:spTree>
    <p:extLst>
      <p:ext uri="{BB962C8B-B14F-4D97-AF65-F5344CB8AC3E}">
        <p14:creationId xmlns:p14="http://schemas.microsoft.com/office/powerpoint/2010/main" val="11411033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CB30CA-F452-1ADA-24CC-93331A4C9F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82206D-A52B-0167-4318-845D298DF0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07C1AC-550B-DB79-5A50-2B68FCFFB8E2}"/>
              </a:ext>
            </a:extLst>
          </p:cNvPr>
          <p:cNvSpPr>
            <a:spLocks noGrp="1"/>
          </p:cNvSpPr>
          <p:nvPr>
            <p:ph type="body" idx="1"/>
          </p:nvPr>
        </p:nvSpPr>
        <p:spPr/>
        <p:txBody>
          <a:bodyPr/>
          <a:lstStyle/>
          <a:p>
            <a:endParaRPr lang="en-BE" dirty="0"/>
          </a:p>
        </p:txBody>
      </p:sp>
      <p:sp>
        <p:nvSpPr>
          <p:cNvPr id="4" name="Slide Number Placeholder 3">
            <a:extLst>
              <a:ext uri="{FF2B5EF4-FFF2-40B4-BE49-F238E27FC236}">
                <a16:creationId xmlns:a16="http://schemas.microsoft.com/office/drawing/2014/main" id="{28E3797D-B89F-AAAE-3EB2-E016A77DED92}"/>
              </a:ext>
            </a:extLst>
          </p:cNvPr>
          <p:cNvSpPr>
            <a:spLocks noGrp="1"/>
          </p:cNvSpPr>
          <p:nvPr>
            <p:ph type="sldNum" sz="quarter" idx="5"/>
          </p:nvPr>
        </p:nvSpPr>
        <p:spPr/>
        <p:txBody>
          <a:bodyPr/>
          <a:lstStyle/>
          <a:p>
            <a:fld id="{F62A6887-9C98-114E-B7C9-E50A9DAB836F}" type="slidenum">
              <a:rPr lang="en-BE" smtClean="0"/>
              <a:t>5</a:t>
            </a:fld>
            <a:endParaRPr lang="en-BE"/>
          </a:p>
        </p:txBody>
      </p:sp>
    </p:spTree>
    <p:extLst>
      <p:ext uri="{BB962C8B-B14F-4D97-AF65-F5344CB8AC3E}">
        <p14:creationId xmlns:p14="http://schemas.microsoft.com/office/powerpoint/2010/main" val="41251880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53DFA4-86D1-1C75-E061-C973B85865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944E35-1802-EDDB-1B0F-DD16A0E7DF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F02EE1-FE43-634D-8FBC-0AFFC9A809AB}"/>
              </a:ext>
            </a:extLst>
          </p:cNvPr>
          <p:cNvSpPr>
            <a:spLocks noGrp="1"/>
          </p:cNvSpPr>
          <p:nvPr>
            <p:ph type="body" idx="1"/>
          </p:nvPr>
        </p:nvSpPr>
        <p:spPr/>
        <p:txBody>
          <a:bodyPr/>
          <a:lstStyle/>
          <a:p>
            <a:endParaRPr lang="en-BE" dirty="0"/>
          </a:p>
        </p:txBody>
      </p:sp>
      <p:sp>
        <p:nvSpPr>
          <p:cNvPr id="4" name="Slide Number Placeholder 3">
            <a:extLst>
              <a:ext uri="{FF2B5EF4-FFF2-40B4-BE49-F238E27FC236}">
                <a16:creationId xmlns:a16="http://schemas.microsoft.com/office/drawing/2014/main" id="{DC8666CB-883A-B542-8549-3EC45A2406A4}"/>
              </a:ext>
            </a:extLst>
          </p:cNvPr>
          <p:cNvSpPr>
            <a:spLocks noGrp="1"/>
          </p:cNvSpPr>
          <p:nvPr>
            <p:ph type="sldNum" sz="quarter" idx="5"/>
          </p:nvPr>
        </p:nvSpPr>
        <p:spPr/>
        <p:txBody>
          <a:bodyPr/>
          <a:lstStyle/>
          <a:p>
            <a:fld id="{F62A6887-9C98-114E-B7C9-E50A9DAB836F}" type="slidenum">
              <a:rPr lang="en-BE" smtClean="0"/>
              <a:t>6</a:t>
            </a:fld>
            <a:endParaRPr lang="en-BE"/>
          </a:p>
        </p:txBody>
      </p:sp>
    </p:spTree>
    <p:extLst>
      <p:ext uri="{BB962C8B-B14F-4D97-AF65-F5344CB8AC3E}">
        <p14:creationId xmlns:p14="http://schemas.microsoft.com/office/powerpoint/2010/main" val="19217073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F62A6887-9C98-114E-B7C9-E50A9DAB836F}" type="slidenum">
              <a:rPr lang="en-BE" smtClean="0"/>
              <a:t>13</a:t>
            </a:fld>
            <a:endParaRPr lang="en-BE"/>
          </a:p>
        </p:txBody>
      </p:sp>
    </p:spTree>
    <p:extLst>
      <p:ext uri="{BB962C8B-B14F-4D97-AF65-F5344CB8AC3E}">
        <p14:creationId xmlns:p14="http://schemas.microsoft.com/office/powerpoint/2010/main" val="5877940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F3582-EEEA-AFED-159D-9A15AA6353B8}"/>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BE"/>
          </a:p>
        </p:txBody>
      </p:sp>
      <p:sp>
        <p:nvSpPr>
          <p:cNvPr id="3" name="Subtitle 2">
            <a:extLst>
              <a:ext uri="{FF2B5EF4-FFF2-40B4-BE49-F238E27FC236}">
                <a16:creationId xmlns:a16="http://schemas.microsoft.com/office/drawing/2014/main" id="{CAC49C26-9F6D-48FB-7519-5C958D034D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E"/>
          </a:p>
        </p:txBody>
      </p:sp>
      <p:sp>
        <p:nvSpPr>
          <p:cNvPr id="4" name="Date Placeholder 3">
            <a:extLst>
              <a:ext uri="{FF2B5EF4-FFF2-40B4-BE49-F238E27FC236}">
                <a16:creationId xmlns:a16="http://schemas.microsoft.com/office/drawing/2014/main" id="{13D962B2-7E40-2E6E-7547-05F481539548}"/>
              </a:ext>
            </a:extLst>
          </p:cNvPr>
          <p:cNvSpPr>
            <a:spLocks noGrp="1"/>
          </p:cNvSpPr>
          <p:nvPr>
            <p:ph type="dt" sz="half" idx="10"/>
          </p:nvPr>
        </p:nvSpPr>
        <p:spPr/>
        <p:txBody>
          <a:bodyPr/>
          <a:lstStyle/>
          <a:p>
            <a:fld id="{D8AE07B1-8807-B34B-B9EE-E033661A8799}" type="datetimeFigureOut">
              <a:rPr lang="en-BE" smtClean="0"/>
              <a:t>03/11/2025</a:t>
            </a:fld>
            <a:endParaRPr lang="en-BE"/>
          </a:p>
        </p:txBody>
      </p:sp>
      <p:sp>
        <p:nvSpPr>
          <p:cNvPr id="5" name="Footer Placeholder 4">
            <a:extLst>
              <a:ext uri="{FF2B5EF4-FFF2-40B4-BE49-F238E27FC236}">
                <a16:creationId xmlns:a16="http://schemas.microsoft.com/office/drawing/2014/main" id="{D01023CB-F71C-F508-12BA-D1A61332B188}"/>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BB559B51-6573-28F8-13DA-347CA3A1E904}"/>
              </a:ext>
            </a:extLst>
          </p:cNvPr>
          <p:cNvSpPr>
            <a:spLocks noGrp="1"/>
          </p:cNvSpPr>
          <p:nvPr>
            <p:ph type="sldNum" sz="quarter" idx="12"/>
          </p:nvPr>
        </p:nvSpPr>
        <p:spPr/>
        <p:txBody>
          <a:bodyPr/>
          <a:lstStyle/>
          <a:p>
            <a:fld id="{0977E41D-43CA-1C4A-B6CA-C698063246B9}" type="slidenum">
              <a:rPr lang="en-BE" smtClean="0"/>
              <a:t>‹#›</a:t>
            </a:fld>
            <a:endParaRPr lang="en-BE"/>
          </a:p>
        </p:txBody>
      </p:sp>
    </p:spTree>
    <p:extLst>
      <p:ext uri="{BB962C8B-B14F-4D97-AF65-F5344CB8AC3E}">
        <p14:creationId xmlns:p14="http://schemas.microsoft.com/office/powerpoint/2010/main" val="1045555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B2D763-C850-CDB6-DD78-708D27D15E51}"/>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E94EEE19-4A30-196E-DA27-42F27AF91A8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269B82E4-66A8-FB77-98D9-C74BC9EDF644}"/>
              </a:ext>
            </a:extLst>
          </p:cNvPr>
          <p:cNvSpPr>
            <a:spLocks noGrp="1"/>
          </p:cNvSpPr>
          <p:nvPr>
            <p:ph type="dt" sz="half" idx="10"/>
          </p:nvPr>
        </p:nvSpPr>
        <p:spPr/>
        <p:txBody>
          <a:bodyPr/>
          <a:lstStyle/>
          <a:p>
            <a:fld id="{D8AE07B1-8807-B34B-B9EE-E033661A8799}" type="datetimeFigureOut">
              <a:rPr lang="en-BE" smtClean="0"/>
              <a:t>03/11/2025</a:t>
            </a:fld>
            <a:endParaRPr lang="en-BE"/>
          </a:p>
        </p:txBody>
      </p:sp>
      <p:sp>
        <p:nvSpPr>
          <p:cNvPr id="5" name="Footer Placeholder 4">
            <a:extLst>
              <a:ext uri="{FF2B5EF4-FFF2-40B4-BE49-F238E27FC236}">
                <a16:creationId xmlns:a16="http://schemas.microsoft.com/office/drawing/2014/main" id="{6F9080E1-DB9A-2E85-E7D5-93F0F3383BD2}"/>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5FBA25B3-FACF-5F78-DB40-24EA3A073F0D}"/>
              </a:ext>
            </a:extLst>
          </p:cNvPr>
          <p:cNvSpPr>
            <a:spLocks noGrp="1"/>
          </p:cNvSpPr>
          <p:nvPr>
            <p:ph type="sldNum" sz="quarter" idx="12"/>
          </p:nvPr>
        </p:nvSpPr>
        <p:spPr/>
        <p:txBody>
          <a:bodyPr/>
          <a:lstStyle/>
          <a:p>
            <a:fld id="{0977E41D-43CA-1C4A-B6CA-C698063246B9}" type="slidenum">
              <a:rPr lang="en-BE" smtClean="0"/>
              <a:t>‹#›</a:t>
            </a:fld>
            <a:endParaRPr lang="en-BE"/>
          </a:p>
        </p:txBody>
      </p:sp>
    </p:spTree>
    <p:extLst>
      <p:ext uri="{BB962C8B-B14F-4D97-AF65-F5344CB8AC3E}">
        <p14:creationId xmlns:p14="http://schemas.microsoft.com/office/powerpoint/2010/main" val="12517287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A71BD0-FD5E-A3B4-984E-887A63B969E5}"/>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E"/>
          </a:p>
        </p:txBody>
      </p:sp>
      <p:sp>
        <p:nvSpPr>
          <p:cNvPr id="3" name="Text Placeholder 2">
            <a:extLst>
              <a:ext uri="{FF2B5EF4-FFF2-40B4-BE49-F238E27FC236}">
                <a16:creationId xmlns:a16="http://schemas.microsoft.com/office/drawing/2014/main" id="{0DF0E721-15E3-B7B4-C131-9CC923DA124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963C80A-D10B-3D09-B146-BCDBE2DBF3DC}"/>
              </a:ext>
            </a:extLst>
          </p:cNvPr>
          <p:cNvSpPr>
            <a:spLocks noGrp="1"/>
          </p:cNvSpPr>
          <p:nvPr>
            <p:ph type="dt" sz="half" idx="10"/>
          </p:nvPr>
        </p:nvSpPr>
        <p:spPr/>
        <p:txBody>
          <a:bodyPr/>
          <a:lstStyle/>
          <a:p>
            <a:fld id="{D8AE07B1-8807-B34B-B9EE-E033661A8799}" type="datetimeFigureOut">
              <a:rPr lang="en-BE" smtClean="0"/>
              <a:t>03/11/2025</a:t>
            </a:fld>
            <a:endParaRPr lang="en-BE"/>
          </a:p>
        </p:txBody>
      </p:sp>
      <p:sp>
        <p:nvSpPr>
          <p:cNvPr id="5" name="Footer Placeholder 4">
            <a:extLst>
              <a:ext uri="{FF2B5EF4-FFF2-40B4-BE49-F238E27FC236}">
                <a16:creationId xmlns:a16="http://schemas.microsoft.com/office/drawing/2014/main" id="{2F129994-AE17-754D-8BB6-C034248A2AD0}"/>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9E96CF67-E735-6202-1C56-A92C88B6530B}"/>
              </a:ext>
            </a:extLst>
          </p:cNvPr>
          <p:cNvSpPr>
            <a:spLocks noGrp="1"/>
          </p:cNvSpPr>
          <p:nvPr>
            <p:ph type="sldNum" sz="quarter" idx="12"/>
          </p:nvPr>
        </p:nvSpPr>
        <p:spPr/>
        <p:txBody>
          <a:bodyPr/>
          <a:lstStyle/>
          <a:p>
            <a:fld id="{0977E41D-43CA-1C4A-B6CA-C698063246B9}" type="slidenum">
              <a:rPr lang="en-BE" smtClean="0"/>
              <a:t>‹#›</a:t>
            </a:fld>
            <a:endParaRPr lang="en-BE"/>
          </a:p>
        </p:txBody>
      </p:sp>
    </p:spTree>
    <p:extLst>
      <p:ext uri="{BB962C8B-B14F-4D97-AF65-F5344CB8AC3E}">
        <p14:creationId xmlns:p14="http://schemas.microsoft.com/office/powerpoint/2010/main" val="1167950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DB7C8E-05BF-AD23-34A6-DF77702D8507}"/>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4A14FD6F-FDEB-E160-2431-BE061CB6CF89}"/>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Content Placeholder 3">
            <a:extLst>
              <a:ext uri="{FF2B5EF4-FFF2-40B4-BE49-F238E27FC236}">
                <a16:creationId xmlns:a16="http://schemas.microsoft.com/office/drawing/2014/main" id="{28ECCB05-9FF8-7A46-07B3-1FF99E71880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Date Placeholder 4">
            <a:extLst>
              <a:ext uri="{FF2B5EF4-FFF2-40B4-BE49-F238E27FC236}">
                <a16:creationId xmlns:a16="http://schemas.microsoft.com/office/drawing/2014/main" id="{989B2D37-1277-5C4B-2360-5D925580BB6D}"/>
              </a:ext>
            </a:extLst>
          </p:cNvPr>
          <p:cNvSpPr>
            <a:spLocks noGrp="1"/>
          </p:cNvSpPr>
          <p:nvPr>
            <p:ph type="dt" sz="half" idx="10"/>
          </p:nvPr>
        </p:nvSpPr>
        <p:spPr/>
        <p:txBody>
          <a:bodyPr/>
          <a:lstStyle/>
          <a:p>
            <a:fld id="{D8AE07B1-8807-B34B-B9EE-E033661A8799}" type="datetimeFigureOut">
              <a:rPr lang="en-BE" smtClean="0"/>
              <a:t>03/11/2025</a:t>
            </a:fld>
            <a:endParaRPr lang="en-BE"/>
          </a:p>
        </p:txBody>
      </p:sp>
      <p:sp>
        <p:nvSpPr>
          <p:cNvPr id="6" name="Footer Placeholder 5">
            <a:extLst>
              <a:ext uri="{FF2B5EF4-FFF2-40B4-BE49-F238E27FC236}">
                <a16:creationId xmlns:a16="http://schemas.microsoft.com/office/drawing/2014/main" id="{984372C7-5022-BF20-B775-AA897045179F}"/>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FB4469A7-436D-B655-F2F1-7D343E40265F}"/>
              </a:ext>
            </a:extLst>
          </p:cNvPr>
          <p:cNvSpPr>
            <a:spLocks noGrp="1"/>
          </p:cNvSpPr>
          <p:nvPr>
            <p:ph type="sldNum" sz="quarter" idx="12"/>
          </p:nvPr>
        </p:nvSpPr>
        <p:spPr/>
        <p:txBody>
          <a:bodyPr/>
          <a:lstStyle/>
          <a:p>
            <a:fld id="{0977E41D-43CA-1C4A-B6CA-C698063246B9}" type="slidenum">
              <a:rPr lang="en-BE" smtClean="0"/>
              <a:t>‹#›</a:t>
            </a:fld>
            <a:endParaRPr lang="en-BE"/>
          </a:p>
        </p:txBody>
      </p:sp>
    </p:spTree>
    <p:extLst>
      <p:ext uri="{BB962C8B-B14F-4D97-AF65-F5344CB8AC3E}">
        <p14:creationId xmlns:p14="http://schemas.microsoft.com/office/powerpoint/2010/main" val="35327889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B195BB-B9FD-8A9D-98C7-84CB52848AE3}"/>
              </a:ext>
            </a:extLst>
          </p:cNvPr>
          <p:cNvSpPr>
            <a:spLocks noGrp="1"/>
          </p:cNvSpPr>
          <p:nvPr>
            <p:ph type="title"/>
          </p:nvPr>
        </p:nvSpPr>
        <p:spPr>
          <a:xfrm>
            <a:off x="839788" y="365125"/>
            <a:ext cx="10515600" cy="1325563"/>
          </a:xfrm>
        </p:spPr>
        <p:txBody>
          <a:bodyPr/>
          <a:lstStyle/>
          <a:p>
            <a:r>
              <a:rPr lang="en-GB"/>
              <a:t>Click to edit Master title style</a:t>
            </a:r>
            <a:endParaRPr lang="en-BE"/>
          </a:p>
        </p:txBody>
      </p:sp>
      <p:sp>
        <p:nvSpPr>
          <p:cNvPr id="3" name="Text Placeholder 2">
            <a:extLst>
              <a:ext uri="{FF2B5EF4-FFF2-40B4-BE49-F238E27FC236}">
                <a16:creationId xmlns:a16="http://schemas.microsoft.com/office/drawing/2014/main" id="{FB22E396-EA9D-4BC2-7D4B-F50C01ECBAB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CF66AD62-C8B6-BA6F-E0E0-27DACA44182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Text Placeholder 4">
            <a:extLst>
              <a:ext uri="{FF2B5EF4-FFF2-40B4-BE49-F238E27FC236}">
                <a16:creationId xmlns:a16="http://schemas.microsoft.com/office/drawing/2014/main" id="{0EC8EC5C-FCB7-42E7-09D5-BDC9FC8A80F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161904F9-8028-A730-A400-EF6DD580D3F5}"/>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7" name="Date Placeholder 6">
            <a:extLst>
              <a:ext uri="{FF2B5EF4-FFF2-40B4-BE49-F238E27FC236}">
                <a16:creationId xmlns:a16="http://schemas.microsoft.com/office/drawing/2014/main" id="{70881756-3FEE-DFAD-14F3-9E3ED3641FAA}"/>
              </a:ext>
            </a:extLst>
          </p:cNvPr>
          <p:cNvSpPr>
            <a:spLocks noGrp="1"/>
          </p:cNvSpPr>
          <p:nvPr>
            <p:ph type="dt" sz="half" idx="10"/>
          </p:nvPr>
        </p:nvSpPr>
        <p:spPr/>
        <p:txBody>
          <a:bodyPr/>
          <a:lstStyle/>
          <a:p>
            <a:fld id="{D8AE07B1-8807-B34B-B9EE-E033661A8799}" type="datetimeFigureOut">
              <a:rPr lang="en-BE" smtClean="0"/>
              <a:t>03/11/2025</a:t>
            </a:fld>
            <a:endParaRPr lang="en-BE"/>
          </a:p>
        </p:txBody>
      </p:sp>
      <p:sp>
        <p:nvSpPr>
          <p:cNvPr id="8" name="Footer Placeholder 7">
            <a:extLst>
              <a:ext uri="{FF2B5EF4-FFF2-40B4-BE49-F238E27FC236}">
                <a16:creationId xmlns:a16="http://schemas.microsoft.com/office/drawing/2014/main" id="{AA057DEE-ABC5-6467-1ECB-B28D429CEDA9}"/>
              </a:ext>
            </a:extLst>
          </p:cNvPr>
          <p:cNvSpPr>
            <a:spLocks noGrp="1"/>
          </p:cNvSpPr>
          <p:nvPr>
            <p:ph type="ftr" sz="quarter" idx="11"/>
          </p:nvPr>
        </p:nvSpPr>
        <p:spPr/>
        <p:txBody>
          <a:bodyPr/>
          <a:lstStyle/>
          <a:p>
            <a:endParaRPr lang="en-BE"/>
          </a:p>
        </p:txBody>
      </p:sp>
      <p:sp>
        <p:nvSpPr>
          <p:cNvPr id="9" name="Slide Number Placeholder 8">
            <a:extLst>
              <a:ext uri="{FF2B5EF4-FFF2-40B4-BE49-F238E27FC236}">
                <a16:creationId xmlns:a16="http://schemas.microsoft.com/office/drawing/2014/main" id="{3DE40205-3CEB-7BC4-0C4B-3B17BDC5797B}"/>
              </a:ext>
            </a:extLst>
          </p:cNvPr>
          <p:cNvSpPr>
            <a:spLocks noGrp="1"/>
          </p:cNvSpPr>
          <p:nvPr>
            <p:ph type="sldNum" sz="quarter" idx="12"/>
          </p:nvPr>
        </p:nvSpPr>
        <p:spPr/>
        <p:txBody>
          <a:bodyPr/>
          <a:lstStyle/>
          <a:p>
            <a:fld id="{0977E41D-43CA-1C4A-B6CA-C698063246B9}" type="slidenum">
              <a:rPr lang="en-BE" smtClean="0"/>
              <a:t>‹#›</a:t>
            </a:fld>
            <a:endParaRPr lang="en-BE"/>
          </a:p>
        </p:txBody>
      </p:sp>
    </p:spTree>
    <p:extLst>
      <p:ext uri="{BB962C8B-B14F-4D97-AF65-F5344CB8AC3E}">
        <p14:creationId xmlns:p14="http://schemas.microsoft.com/office/powerpoint/2010/main" val="37096615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0430B4-96C1-F23C-773F-299E6756457C}"/>
              </a:ext>
            </a:extLst>
          </p:cNvPr>
          <p:cNvSpPr>
            <a:spLocks noGrp="1"/>
          </p:cNvSpPr>
          <p:nvPr>
            <p:ph type="title"/>
          </p:nvPr>
        </p:nvSpPr>
        <p:spPr/>
        <p:txBody>
          <a:bodyPr/>
          <a:lstStyle/>
          <a:p>
            <a:r>
              <a:rPr lang="en-GB"/>
              <a:t>Click to edit Master title style</a:t>
            </a:r>
            <a:endParaRPr lang="en-BE"/>
          </a:p>
        </p:txBody>
      </p:sp>
      <p:sp>
        <p:nvSpPr>
          <p:cNvPr id="3" name="Date Placeholder 2">
            <a:extLst>
              <a:ext uri="{FF2B5EF4-FFF2-40B4-BE49-F238E27FC236}">
                <a16:creationId xmlns:a16="http://schemas.microsoft.com/office/drawing/2014/main" id="{6CD685BE-BFF3-6394-BBC8-60B1BB78881E}"/>
              </a:ext>
            </a:extLst>
          </p:cNvPr>
          <p:cNvSpPr>
            <a:spLocks noGrp="1"/>
          </p:cNvSpPr>
          <p:nvPr>
            <p:ph type="dt" sz="half" idx="10"/>
          </p:nvPr>
        </p:nvSpPr>
        <p:spPr/>
        <p:txBody>
          <a:bodyPr/>
          <a:lstStyle/>
          <a:p>
            <a:fld id="{D8AE07B1-8807-B34B-B9EE-E033661A8799}" type="datetimeFigureOut">
              <a:rPr lang="en-BE" smtClean="0"/>
              <a:t>03/11/2025</a:t>
            </a:fld>
            <a:endParaRPr lang="en-BE"/>
          </a:p>
        </p:txBody>
      </p:sp>
      <p:sp>
        <p:nvSpPr>
          <p:cNvPr id="4" name="Footer Placeholder 3">
            <a:extLst>
              <a:ext uri="{FF2B5EF4-FFF2-40B4-BE49-F238E27FC236}">
                <a16:creationId xmlns:a16="http://schemas.microsoft.com/office/drawing/2014/main" id="{3A228A9F-3B49-5375-3CEE-F2DC910C8E18}"/>
              </a:ext>
            </a:extLst>
          </p:cNvPr>
          <p:cNvSpPr>
            <a:spLocks noGrp="1"/>
          </p:cNvSpPr>
          <p:nvPr>
            <p:ph type="ftr" sz="quarter" idx="11"/>
          </p:nvPr>
        </p:nvSpPr>
        <p:spPr/>
        <p:txBody>
          <a:bodyPr/>
          <a:lstStyle/>
          <a:p>
            <a:endParaRPr lang="en-BE"/>
          </a:p>
        </p:txBody>
      </p:sp>
      <p:sp>
        <p:nvSpPr>
          <p:cNvPr id="5" name="Slide Number Placeholder 4">
            <a:extLst>
              <a:ext uri="{FF2B5EF4-FFF2-40B4-BE49-F238E27FC236}">
                <a16:creationId xmlns:a16="http://schemas.microsoft.com/office/drawing/2014/main" id="{8233BAC2-9DC9-66D6-F759-46127D715DAA}"/>
              </a:ext>
            </a:extLst>
          </p:cNvPr>
          <p:cNvSpPr>
            <a:spLocks noGrp="1"/>
          </p:cNvSpPr>
          <p:nvPr>
            <p:ph type="sldNum" sz="quarter" idx="12"/>
          </p:nvPr>
        </p:nvSpPr>
        <p:spPr/>
        <p:txBody>
          <a:bodyPr/>
          <a:lstStyle/>
          <a:p>
            <a:fld id="{0977E41D-43CA-1C4A-B6CA-C698063246B9}" type="slidenum">
              <a:rPr lang="en-BE" smtClean="0"/>
              <a:t>‹#›</a:t>
            </a:fld>
            <a:endParaRPr lang="en-BE"/>
          </a:p>
        </p:txBody>
      </p:sp>
    </p:spTree>
    <p:extLst>
      <p:ext uri="{BB962C8B-B14F-4D97-AF65-F5344CB8AC3E}">
        <p14:creationId xmlns:p14="http://schemas.microsoft.com/office/powerpoint/2010/main" val="41963472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9EB5908-0CFC-8E95-4EC7-7FAC92405951}"/>
              </a:ext>
            </a:extLst>
          </p:cNvPr>
          <p:cNvSpPr>
            <a:spLocks noGrp="1"/>
          </p:cNvSpPr>
          <p:nvPr>
            <p:ph type="dt" sz="half" idx="10"/>
          </p:nvPr>
        </p:nvSpPr>
        <p:spPr/>
        <p:txBody>
          <a:bodyPr/>
          <a:lstStyle/>
          <a:p>
            <a:fld id="{D8AE07B1-8807-B34B-B9EE-E033661A8799}" type="datetimeFigureOut">
              <a:rPr lang="en-BE" smtClean="0"/>
              <a:t>03/11/2025</a:t>
            </a:fld>
            <a:endParaRPr lang="en-BE"/>
          </a:p>
        </p:txBody>
      </p:sp>
      <p:sp>
        <p:nvSpPr>
          <p:cNvPr id="3" name="Footer Placeholder 2">
            <a:extLst>
              <a:ext uri="{FF2B5EF4-FFF2-40B4-BE49-F238E27FC236}">
                <a16:creationId xmlns:a16="http://schemas.microsoft.com/office/drawing/2014/main" id="{059E83B8-B6D3-156C-C100-48B63AF96603}"/>
              </a:ext>
            </a:extLst>
          </p:cNvPr>
          <p:cNvSpPr>
            <a:spLocks noGrp="1"/>
          </p:cNvSpPr>
          <p:nvPr>
            <p:ph type="ftr" sz="quarter" idx="11"/>
          </p:nvPr>
        </p:nvSpPr>
        <p:spPr/>
        <p:txBody>
          <a:bodyPr/>
          <a:lstStyle/>
          <a:p>
            <a:endParaRPr lang="en-BE"/>
          </a:p>
        </p:txBody>
      </p:sp>
      <p:sp>
        <p:nvSpPr>
          <p:cNvPr id="4" name="Slide Number Placeholder 3">
            <a:extLst>
              <a:ext uri="{FF2B5EF4-FFF2-40B4-BE49-F238E27FC236}">
                <a16:creationId xmlns:a16="http://schemas.microsoft.com/office/drawing/2014/main" id="{3D0435C5-42DA-8764-0427-688F69798A12}"/>
              </a:ext>
            </a:extLst>
          </p:cNvPr>
          <p:cNvSpPr>
            <a:spLocks noGrp="1"/>
          </p:cNvSpPr>
          <p:nvPr>
            <p:ph type="sldNum" sz="quarter" idx="12"/>
          </p:nvPr>
        </p:nvSpPr>
        <p:spPr/>
        <p:txBody>
          <a:bodyPr/>
          <a:lstStyle/>
          <a:p>
            <a:fld id="{0977E41D-43CA-1C4A-B6CA-C698063246B9}" type="slidenum">
              <a:rPr lang="en-BE" smtClean="0"/>
              <a:t>‹#›</a:t>
            </a:fld>
            <a:endParaRPr lang="en-BE"/>
          </a:p>
        </p:txBody>
      </p:sp>
    </p:spTree>
    <p:extLst>
      <p:ext uri="{BB962C8B-B14F-4D97-AF65-F5344CB8AC3E}">
        <p14:creationId xmlns:p14="http://schemas.microsoft.com/office/powerpoint/2010/main" val="12019696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14B2F9-99D2-635E-AA8F-A5797C0C94A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Content Placeholder 2">
            <a:extLst>
              <a:ext uri="{FF2B5EF4-FFF2-40B4-BE49-F238E27FC236}">
                <a16:creationId xmlns:a16="http://schemas.microsoft.com/office/drawing/2014/main" id="{BC2AA3DA-0362-1453-D209-290129702A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Text Placeholder 3">
            <a:extLst>
              <a:ext uri="{FF2B5EF4-FFF2-40B4-BE49-F238E27FC236}">
                <a16:creationId xmlns:a16="http://schemas.microsoft.com/office/drawing/2014/main" id="{75384F5C-74A2-A2C8-E47B-C67E6400287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06685BFE-B109-A980-EB2D-323C44CC0D0F}"/>
              </a:ext>
            </a:extLst>
          </p:cNvPr>
          <p:cNvSpPr>
            <a:spLocks noGrp="1"/>
          </p:cNvSpPr>
          <p:nvPr>
            <p:ph type="dt" sz="half" idx="10"/>
          </p:nvPr>
        </p:nvSpPr>
        <p:spPr/>
        <p:txBody>
          <a:bodyPr/>
          <a:lstStyle/>
          <a:p>
            <a:fld id="{D8AE07B1-8807-B34B-B9EE-E033661A8799}" type="datetimeFigureOut">
              <a:rPr lang="en-BE" smtClean="0"/>
              <a:t>03/11/2025</a:t>
            </a:fld>
            <a:endParaRPr lang="en-BE"/>
          </a:p>
        </p:txBody>
      </p:sp>
      <p:sp>
        <p:nvSpPr>
          <p:cNvPr id="6" name="Footer Placeholder 5">
            <a:extLst>
              <a:ext uri="{FF2B5EF4-FFF2-40B4-BE49-F238E27FC236}">
                <a16:creationId xmlns:a16="http://schemas.microsoft.com/office/drawing/2014/main" id="{8029DC97-C98D-CE70-493B-C506430F5D4E}"/>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293EB12C-DCBB-B5BA-9FBE-6CED225DF809}"/>
              </a:ext>
            </a:extLst>
          </p:cNvPr>
          <p:cNvSpPr>
            <a:spLocks noGrp="1"/>
          </p:cNvSpPr>
          <p:nvPr>
            <p:ph type="sldNum" sz="quarter" idx="12"/>
          </p:nvPr>
        </p:nvSpPr>
        <p:spPr/>
        <p:txBody>
          <a:bodyPr/>
          <a:lstStyle/>
          <a:p>
            <a:fld id="{0977E41D-43CA-1C4A-B6CA-C698063246B9}" type="slidenum">
              <a:rPr lang="en-BE" smtClean="0"/>
              <a:t>‹#›</a:t>
            </a:fld>
            <a:endParaRPr lang="en-BE"/>
          </a:p>
        </p:txBody>
      </p:sp>
    </p:spTree>
    <p:extLst>
      <p:ext uri="{BB962C8B-B14F-4D97-AF65-F5344CB8AC3E}">
        <p14:creationId xmlns:p14="http://schemas.microsoft.com/office/powerpoint/2010/main" val="31119157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6A118A-91F8-8C4C-7297-040014A0712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Picture Placeholder 2">
            <a:extLst>
              <a:ext uri="{FF2B5EF4-FFF2-40B4-BE49-F238E27FC236}">
                <a16:creationId xmlns:a16="http://schemas.microsoft.com/office/drawing/2014/main" id="{EC9AB12D-5E63-1194-9430-FE06FC679F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E"/>
          </a:p>
        </p:txBody>
      </p:sp>
      <p:sp>
        <p:nvSpPr>
          <p:cNvPr id="4" name="Text Placeholder 3">
            <a:extLst>
              <a:ext uri="{FF2B5EF4-FFF2-40B4-BE49-F238E27FC236}">
                <a16:creationId xmlns:a16="http://schemas.microsoft.com/office/drawing/2014/main" id="{D2CC405F-7B3B-09AF-29EA-25BD76072D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AF1E215-2C9E-95C5-610D-00E1678183F9}"/>
              </a:ext>
            </a:extLst>
          </p:cNvPr>
          <p:cNvSpPr>
            <a:spLocks noGrp="1"/>
          </p:cNvSpPr>
          <p:nvPr>
            <p:ph type="dt" sz="half" idx="10"/>
          </p:nvPr>
        </p:nvSpPr>
        <p:spPr/>
        <p:txBody>
          <a:bodyPr/>
          <a:lstStyle/>
          <a:p>
            <a:fld id="{D8AE07B1-8807-B34B-B9EE-E033661A8799}" type="datetimeFigureOut">
              <a:rPr lang="en-BE" smtClean="0"/>
              <a:t>03/11/2025</a:t>
            </a:fld>
            <a:endParaRPr lang="en-BE"/>
          </a:p>
        </p:txBody>
      </p:sp>
      <p:sp>
        <p:nvSpPr>
          <p:cNvPr id="6" name="Footer Placeholder 5">
            <a:extLst>
              <a:ext uri="{FF2B5EF4-FFF2-40B4-BE49-F238E27FC236}">
                <a16:creationId xmlns:a16="http://schemas.microsoft.com/office/drawing/2014/main" id="{FE241C76-2ADD-B80C-85EC-CA0195CAFED4}"/>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180B9CC5-C5EA-C38C-415B-3FB54AD2E5B8}"/>
              </a:ext>
            </a:extLst>
          </p:cNvPr>
          <p:cNvSpPr>
            <a:spLocks noGrp="1"/>
          </p:cNvSpPr>
          <p:nvPr>
            <p:ph type="sldNum" sz="quarter" idx="12"/>
          </p:nvPr>
        </p:nvSpPr>
        <p:spPr/>
        <p:txBody>
          <a:bodyPr/>
          <a:lstStyle/>
          <a:p>
            <a:fld id="{0977E41D-43CA-1C4A-B6CA-C698063246B9}" type="slidenum">
              <a:rPr lang="en-BE" smtClean="0"/>
              <a:t>‹#›</a:t>
            </a:fld>
            <a:endParaRPr lang="en-BE"/>
          </a:p>
        </p:txBody>
      </p:sp>
    </p:spTree>
    <p:extLst>
      <p:ext uri="{BB962C8B-B14F-4D97-AF65-F5344CB8AC3E}">
        <p14:creationId xmlns:p14="http://schemas.microsoft.com/office/powerpoint/2010/main" val="1207462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C60DD3-B063-D3D9-D1EB-B41B95FB3053}"/>
              </a:ext>
            </a:extLst>
          </p:cNvPr>
          <p:cNvSpPr>
            <a:spLocks noGrp="1"/>
          </p:cNvSpPr>
          <p:nvPr>
            <p:ph type="title"/>
          </p:nvPr>
        </p:nvSpPr>
        <p:spPr/>
        <p:txBody>
          <a:bodyPr/>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5BEEB09D-B446-8834-216B-384031DF5026}"/>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C3A165F0-81B1-B8C1-62FA-AE52AB45E912}"/>
              </a:ext>
            </a:extLst>
          </p:cNvPr>
          <p:cNvSpPr>
            <a:spLocks noGrp="1"/>
          </p:cNvSpPr>
          <p:nvPr>
            <p:ph type="dt" sz="half" idx="10"/>
          </p:nvPr>
        </p:nvSpPr>
        <p:spPr/>
        <p:txBody>
          <a:bodyPr/>
          <a:lstStyle/>
          <a:p>
            <a:fld id="{D8AE07B1-8807-B34B-B9EE-E033661A8799}" type="datetimeFigureOut">
              <a:rPr lang="en-BE" smtClean="0"/>
              <a:t>03/11/2025</a:t>
            </a:fld>
            <a:endParaRPr lang="en-BE"/>
          </a:p>
        </p:txBody>
      </p:sp>
      <p:sp>
        <p:nvSpPr>
          <p:cNvPr id="5" name="Footer Placeholder 4">
            <a:extLst>
              <a:ext uri="{FF2B5EF4-FFF2-40B4-BE49-F238E27FC236}">
                <a16:creationId xmlns:a16="http://schemas.microsoft.com/office/drawing/2014/main" id="{AB6FEBB9-DCAE-50DC-AE09-94D8D29C4D25}"/>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517349D4-9012-000D-6B0A-4AF5BC1F9AE2}"/>
              </a:ext>
            </a:extLst>
          </p:cNvPr>
          <p:cNvSpPr>
            <a:spLocks noGrp="1"/>
          </p:cNvSpPr>
          <p:nvPr>
            <p:ph type="sldNum" sz="quarter" idx="12"/>
          </p:nvPr>
        </p:nvSpPr>
        <p:spPr/>
        <p:txBody>
          <a:bodyPr/>
          <a:lstStyle/>
          <a:p>
            <a:fld id="{0977E41D-43CA-1C4A-B6CA-C698063246B9}" type="slidenum">
              <a:rPr lang="en-BE" smtClean="0"/>
              <a:t>‹#›</a:t>
            </a:fld>
            <a:endParaRPr lang="en-BE"/>
          </a:p>
        </p:txBody>
      </p:sp>
    </p:spTree>
    <p:extLst>
      <p:ext uri="{BB962C8B-B14F-4D97-AF65-F5344CB8AC3E}">
        <p14:creationId xmlns:p14="http://schemas.microsoft.com/office/powerpoint/2010/main" val="42127650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20EBCBC-2200-364F-0E5F-BE2B32AC941D}"/>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96BAB0BF-A72C-A3F3-7581-E922D35EE460}"/>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4C098C76-B68F-D72D-2B66-229B0B782F75}"/>
              </a:ext>
            </a:extLst>
          </p:cNvPr>
          <p:cNvSpPr>
            <a:spLocks noGrp="1"/>
          </p:cNvSpPr>
          <p:nvPr>
            <p:ph type="dt" sz="half" idx="10"/>
          </p:nvPr>
        </p:nvSpPr>
        <p:spPr/>
        <p:txBody>
          <a:bodyPr/>
          <a:lstStyle/>
          <a:p>
            <a:fld id="{D8AE07B1-8807-B34B-B9EE-E033661A8799}" type="datetimeFigureOut">
              <a:rPr lang="en-BE" smtClean="0"/>
              <a:t>03/11/2025</a:t>
            </a:fld>
            <a:endParaRPr lang="en-BE"/>
          </a:p>
        </p:txBody>
      </p:sp>
      <p:sp>
        <p:nvSpPr>
          <p:cNvPr id="5" name="Footer Placeholder 4">
            <a:extLst>
              <a:ext uri="{FF2B5EF4-FFF2-40B4-BE49-F238E27FC236}">
                <a16:creationId xmlns:a16="http://schemas.microsoft.com/office/drawing/2014/main" id="{26A127EB-EA7D-032B-BEA3-76DD73D6058C}"/>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1623D678-D500-E5D2-C456-EA6F4EB22C39}"/>
              </a:ext>
            </a:extLst>
          </p:cNvPr>
          <p:cNvSpPr>
            <a:spLocks noGrp="1"/>
          </p:cNvSpPr>
          <p:nvPr>
            <p:ph type="sldNum" sz="quarter" idx="12"/>
          </p:nvPr>
        </p:nvSpPr>
        <p:spPr/>
        <p:txBody>
          <a:bodyPr/>
          <a:lstStyle/>
          <a:p>
            <a:fld id="{0977E41D-43CA-1C4A-B6CA-C698063246B9}" type="slidenum">
              <a:rPr lang="en-BE" smtClean="0"/>
              <a:t>‹#›</a:t>
            </a:fld>
            <a:endParaRPr lang="en-BE"/>
          </a:p>
        </p:txBody>
      </p:sp>
    </p:spTree>
    <p:extLst>
      <p:ext uri="{BB962C8B-B14F-4D97-AF65-F5344CB8AC3E}">
        <p14:creationId xmlns:p14="http://schemas.microsoft.com/office/powerpoint/2010/main" val="42435206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4FC87C1-7941-BC8C-C94C-EBDAEF0776B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BE"/>
          </a:p>
        </p:txBody>
      </p:sp>
      <p:sp>
        <p:nvSpPr>
          <p:cNvPr id="3" name="Text Placeholder 2">
            <a:extLst>
              <a:ext uri="{FF2B5EF4-FFF2-40B4-BE49-F238E27FC236}">
                <a16:creationId xmlns:a16="http://schemas.microsoft.com/office/drawing/2014/main" id="{158CD8B6-1612-D046-56CD-57A80A08386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368666BC-95F3-1BE7-0F50-BB8BE085A22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8AE07B1-8807-B34B-B9EE-E033661A8799}" type="datetimeFigureOut">
              <a:rPr lang="en-BE" smtClean="0"/>
              <a:t>03/11/2025</a:t>
            </a:fld>
            <a:endParaRPr lang="en-BE"/>
          </a:p>
        </p:txBody>
      </p:sp>
      <p:sp>
        <p:nvSpPr>
          <p:cNvPr id="5" name="Footer Placeholder 4">
            <a:extLst>
              <a:ext uri="{FF2B5EF4-FFF2-40B4-BE49-F238E27FC236}">
                <a16:creationId xmlns:a16="http://schemas.microsoft.com/office/drawing/2014/main" id="{545C37B1-ABAC-88F7-2118-861D1BD521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BE"/>
          </a:p>
        </p:txBody>
      </p:sp>
      <p:sp>
        <p:nvSpPr>
          <p:cNvPr id="6" name="Slide Number Placeholder 5">
            <a:extLst>
              <a:ext uri="{FF2B5EF4-FFF2-40B4-BE49-F238E27FC236}">
                <a16:creationId xmlns:a16="http://schemas.microsoft.com/office/drawing/2014/main" id="{635C3B1E-B8F2-3447-AB5E-72D13572CB4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977E41D-43CA-1C4A-B6CA-C698063246B9}" type="slidenum">
              <a:rPr lang="en-BE" smtClean="0"/>
              <a:t>‹#›</a:t>
            </a:fld>
            <a:endParaRPr lang="en-BE"/>
          </a:p>
        </p:txBody>
      </p:sp>
    </p:spTree>
    <p:extLst>
      <p:ext uri="{BB962C8B-B14F-4D97-AF65-F5344CB8AC3E}">
        <p14:creationId xmlns:p14="http://schemas.microsoft.com/office/powerpoint/2010/main" val="11922671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pic>
        <p:nvPicPr>
          <p:cNvPr id="9" name="Picture 8" descr="A cartoon of a wizard&#10;&#10;AI-generated content may be incorrect.">
            <a:extLst>
              <a:ext uri="{FF2B5EF4-FFF2-40B4-BE49-F238E27FC236}">
                <a16:creationId xmlns:a16="http://schemas.microsoft.com/office/drawing/2014/main" id="{39D37C6F-FC40-A566-92B4-BE2FD2389C45}"/>
              </a:ext>
            </a:extLst>
          </p:cNvPr>
          <p:cNvPicPr>
            <a:picLocks noChangeAspect="1"/>
          </p:cNvPicPr>
          <p:nvPr/>
        </p:nvPicPr>
        <p:blipFill>
          <a:blip r:embed="rId2"/>
          <a:stretch>
            <a:fillRect/>
          </a:stretch>
        </p:blipFill>
        <p:spPr>
          <a:xfrm>
            <a:off x="8684795" y="3429000"/>
            <a:ext cx="2650957" cy="3614941"/>
          </a:xfrm>
          <a:prstGeom prst="rect">
            <a:avLst/>
          </a:prstGeom>
        </p:spPr>
      </p:pic>
      <p:sp>
        <p:nvSpPr>
          <p:cNvPr id="10" name="Oval Callout 9">
            <a:extLst>
              <a:ext uri="{FF2B5EF4-FFF2-40B4-BE49-F238E27FC236}">
                <a16:creationId xmlns:a16="http://schemas.microsoft.com/office/drawing/2014/main" id="{FC8204FF-C476-050A-EC79-921590A71387}"/>
              </a:ext>
            </a:extLst>
          </p:cNvPr>
          <p:cNvSpPr/>
          <p:nvPr/>
        </p:nvSpPr>
        <p:spPr>
          <a:xfrm flipH="1">
            <a:off x="2406316" y="0"/>
            <a:ext cx="8217569" cy="3614940"/>
          </a:xfrm>
          <a:prstGeom prst="wedgeEllipseCallou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TextBox 10">
            <a:extLst>
              <a:ext uri="{FF2B5EF4-FFF2-40B4-BE49-F238E27FC236}">
                <a16:creationId xmlns:a16="http://schemas.microsoft.com/office/drawing/2014/main" id="{3866D301-20E9-C0B8-01E0-948960B0DAF1}"/>
              </a:ext>
            </a:extLst>
          </p:cNvPr>
          <p:cNvSpPr txBox="1"/>
          <p:nvPr/>
        </p:nvSpPr>
        <p:spPr>
          <a:xfrm>
            <a:off x="3278605" y="1068806"/>
            <a:ext cx="6472989" cy="1754326"/>
          </a:xfrm>
          <a:prstGeom prst="rect">
            <a:avLst/>
          </a:prstGeom>
          <a:noFill/>
        </p:spPr>
        <p:txBody>
          <a:bodyPr wrap="square" rtlCol="0">
            <a:spAutoFit/>
          </a:bodyPr>
          <a:lstStyle/>
          <a:p>
            <a:r>
              <a:rPr lang="en-BE" dirty="0"/>
              <a:t>Hello human! Welcome to the castle grounds! In a moment, you will start your treasure hunt! Sadly enough, I will not be able to guide you . However, the castles are protected by my dragon Norbert. He will try to guide you to the treasure room. </a:t>
            </a:r>
          </a:p>
          <a:p>
            <a:endParaRPr lang="en-BE" dirty="0"/>
          </a:p>
          <a:p>
            <a:r>
              <a:rPr lang="en-BE" dirty="0"/>
              <a:t>Press space to continue</a:t>
            </a:r>
          </a:p>
        </p:txBody>
      </p:sp>
    </p:spTree>
    <p:extLst>
      <p:ext uri="{BB962C8B-B14F-4D97-AF65-F5344CB8AC3E}">
        <p14:creationId xmlns:p14="http://schemas.microsoft.com/office/powerpoint/2010/main" val="6268791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a:extLst>
            <a:ext uri="{FF2B5EF4-FFF2-40B4-BE49-F238E27FC236}">
              <a16:creationId xmlns:a16="http://schemas.microsoft.com/office/drawing/2014/main" id="{D459596F-DEE9-A62D-B27F-46F89FC26FC6}"/>
            </a:ext>
          </a:extLst>
        </p:cNvPr>
        <p:cNvGrpSpPr/>
        <p:nvPr/>
      </p:nvGrpSpPr>
      <p:grpSpPr>
        <a:xfrm>
          <a:off x="0" y="0"/>
          <a:ext cx="0" cy="0"/>
          <a:chOff x="0" y="0"/>
          <a:chExt cx="0" cy="0"/>
        </a:xfrm>
      </p:grpSpPr>
      <p:pic>
        <p:nvPicPr>
          <p:cNvPr id="9" name="Picture 8" descr="A cartoon of a wizard&#10;&#10;AI-generated content may be incorrect.">
            <a:extLst>
              <a:ext uri="{FF2B5EF4-FFF2-40B4-BE49-F238E27FC236}">
                <a16:creationId xmlns:a16="http://schemas.microsoft.com/office/drawing/2014/main" id="{B3FB6764-ABDD-DF86-61B2-162AB29ACFD5}"/>
              </a:ext>
            </a:extLst>
          </p:cNvPr>
          <p:cNvPicPr>
            <a:picLocks noChangeAspect="1"/>
          </p:cNvPicPr>
          <p:nvPr/>
        </p:nvPicPr>
        <p:blipFill>
          <a:blip r:embed="rId3"/>
          <a:stretch>
            <a:fillRect/>
          </a:stretch>
        </p:blipFill>
        <p:spPr>
          <a:xfrm>
            <a:off x="8684795" y="3429000"/>
            <a:ext cx="2650957" cy="3614941"/>
          </a:xfrm>
          <a:prstGeom prst="rect">
            <a:avLst/>
          </a:prstGeom>
        </p:spPr>
      </p:pic>
      <p:sp>
        <p:nvSpPr>
          <p:cNvPr id="10" name="Oval Callout 9">
            <a:extLst>
              <a:ext uri="{FF2B5EF4-FFF2-40B4-BE49-F238E27FC236}">
                <a16:creationId xmlns:a16="http://schemas.microsoft.com/office/drawing/2014/main" id="{D5DF477A-4431-D233-3A27-4BF883AFD3DE}"/>
              </a:ext>
            </a:extLst>
          </p:cNvPr>
          <p:cNvSpPr/>
          <p:nvPr/>
        </p:nvSpPr>
        <p:spPr>
          <a:xfrm flipH="1">
            <a:off x="2406316" y="0"/>
            <a:ext cx="8217569" cy="3614940"/>
          </a:xfrm>
          <a:prstGeom prst="wedgeEllipseCallou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TextBox 10">
            <a:extLst>
              <a:ext uri="{FF2B5EF4-FFF2-40B4-BE49-F238E27FC236}">
                <a16:creationId xmlns:a16="http://schemas.microsoft.com/office/drawing/2014/main" id="{C5676CB1-D17B-74C2-2B05-E21B1F73B978}"/>
              </a:ext>
            </a:extLst>
          </p:cNvPr>
          <p:cNvSpPr txBox="1"/>
          <p:nvPr/>
        </p:nvSpPr>
        <p:spPr>
          <a:xfrm>
            <a:off x="3340768" y="1484304"/>
            <a:ext cx="6669505" cy="1200329"/>
          </a:xfrm>
          <a:prstGeom prst="rect">
            <a:avLst/>
          </a:prstGeom>
          <a:noFill/>
        </p:spPr>
        <p:txBody>
          <a:bodyPr wrap="square" rtlCol="0">
            <a:spAutoFit/>
          </a:bodyPr>
          <a:lstStyle/>
          <a:p>
            <a:r>
              <a:rPr lang="en-BE" dirty="0"/>
              <a:t>In a moment, you will be able to choose between 3 castles. Once you enter, you will walk through a corridor until you reach a wall.</a:t>
            </a:r>
          </a:p>
          <a:p>
            <a:endParaRPr lang="en-BE" dirty="0"/>
          </a:p>
          <a:p>
            <a:r>
              <a:rPr lang="en-BE" dirty="0"/>
              <a:t>Press space to continue </a:t>
            </a:r>
          </a:p>
        </p:txBody>
      </p:sp>
    </p:spTree>
    <p:extLst>
      <p:ext uri="{BB962C8B-B14F-4D97-AF65-F5344CB8AC3E}">
        <p14:creationId xmlns:p14="http://schemas.microsoft.com/office/powerpoint/2010/main" val="19610046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a:extLst>
            <a:ext uri="{FF2B5EF4-FFF2-40B4-BE49-F238E27FC236}">
              <a16:creationId xmlns:a16="http://schemas.microsoft.com/office/drawing/2014/main" id="{476EBF25-A5A8-64F9-4097-20F3292BA415}"/>
            </a:ext>
          </a:extLst>
        </p:cNvPr>
        <p:cNvGrpSpPr/>
        <p:nvPr/>
      </p:nvGrpSpPr>
      <p:grpSpPr>
        <a:xfrm>
          <a:off x="0" y="0"/>
          <a:ext cx="0" cy="0"/>
          <a:chOff x="0" y="0"/>
          <a:chExt cx="0" cy="0"/>
        </a:xfrm>
      </p:grpSpPr>
      <p:pic>
        <p:nvPicPr>
          <p:cNvPr id="9" name="Picture 8" descr="A cartoon of a wizard&#10;&#10;AI-generated content may be incorrect.">
            <a:extLst>
              <a:ext uri="{FF2B5EF4-FFF2-40B4-BE49-F238E27FC236}">
                <a16:creationId xmlns:a16="http://schemas.microsoft.com/office/drawing/2014/main" id="{05DCF655-F558-CDE3-0CF1-0A7D102F47E7}"/>
              </a:ext>
            </a:extLst>
          </p:cNvPr>
          <p:cNvPicPr>
            <a:picLocks noChangeAspect="1"/>
          </p:cNvPicPr>
          <p:nvPr/>
        </p:nvPicPr>
        <p:blipFill>
          <a:blip r:embed="rId3"/>
          <a:stretch>
            <a:fillRect/>
          </a:stretch>
        </p:blipFill>
        <p:spPr>
          <a:xfrm>
            <a:off x="8684795" y="3429000"/>
            <a:ext cx="2650957" cy="3614941"/>
          </a:xfrm>
          <a:prstGeom prst="rect">
            <a:avLst/>
          </a:prstGeom>
        </p:spPr>
      </p:pic>
      <p:sp>
        <p:nvSpPr>
          <p:cNvPr id="10" name="Oval Callout 9">
            <a:extLst>
              <a:ext uri="{FF2B5EF4-FFF2-40B4-BE49-F238E27FC236}">
                <a16:creationId xmlns:a16="http://schemas.microsoft.com/office/drawing/2014/main" id="{9AC7C7B2-75D0-AAA4-6532-6CD05D7F6D66}"/>
              </a:ext>
            </a:extLst>
          </p:cNvPr>
          <p:cNvSpPr/>
          <p:nvPr/>
        </p:nvSpPr>
        <p:spPr>
          <a:xfrm flipH="1">
            <a:off x="2406316" y="0"/>
            <a:ext cx="8217569" cy="3614940"/>
          </a:xfrm>
          <a:prstGeom prst="wedgeEllipseCallou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TextBox 10">
            <a:extLst>
              <a:ext uri="{FF2B5EF4-FFF2-40B4-BE49-F238E27FC236}">
                <a16:creationId xmlns:a16="http://schemas.microsoft.com/office/drawing/2014/main" id="{E5396C40-D7BD-01A4-17FE-86A24A2F497F}"/>
              </a:ext>
            </a:extLst>
          </p:cNvPr>
          <p:cNvSpPr txBox="1"/>
          <p:nvPr/>
        </p:nvSpPr>
        <p:spPr>
          <a:xfrm>
            <a:off x="3340768" y="1068806"/>
            <a:ext cx="6669505" cy="1477328"/>
          </a:xfrm>
          <a:prstGeom prst="rect">
            <a:avLst/>
          </a:prstGeom>
          <a:noFill/>
        </p:spPr>
        <p:txBody>
          <a:bodyPr wrap="square" rtlCol="0">
            <a:spAutoFit/>
          </a:bodyPr>
          <a:lstStyle/>
          <a:p>
            <a:r>
              <a:rPr lang="en-BE" dirty="0"/>
              <a:t>There are hidden doors in the wall that you need to find. If you get through 20 walls without missing, you will reach the treasure room. </a:t>
            </a:r>
          </a:p>
          <a:p>
            <a:endParaRPr lang="en-BE" dirty="0"/>
          </a:p>
          <a:p>
            <a:r>
              <a:rPr lang="en-BE" dirty="0"/>
              <a:t>Press space to continue</a:t>
            </a:r>
          </a:p>
        </p:txBody>
      </p:sp>
    </p:spTree>
    <p:extLst>
      <p:ext uri="{BB962C8B-B14F-4D97-AF65-F5344CB8AC3E}">
        <p14:creationId xmlns:p14="http://schemas.microsoft.com/office/powerpoint/2010/main" val="33349433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a:extLst>
            <a:ext uri="{FF2B5EF4-FFF2-40B4-BE49-F238E27FC236}">
              <a16:creationId xmlns:a16="http://schemas.microsoft.com/office/drawing/2014/main" id="{8422CCC7-A71D-B117-42F8-FDA46DB76774}"/>
            </a:ext>
          </a:extLst>
        </p:cNvPr>
        <p:cNvGrpSpPr/>
        <p:nvPr/>
      </p:nvGrpSpPr>
      <p:grpSpPr>
        <a:xfrm>
          <a:off x="0" y="0"/>
          <a:ext cx="0" cy="0"/>
          <a:chOff x="0" y="0"/>
          <a:chExt cx="0" cy="0"/>
        </a:xfrm>
      </p:grpSpPr>
      <p:pic>
        <p:nvPicPr>
          <p:cNvPr id="9" name="Picture 8" descr="A cartoon of a wizard&#10;&#10;AI-generated content may be incorrect.">
            <a:extLst>
              <a:ext uri="{FF2B5EF4-FFF2-40B4-BE49-F238E27FC236}">
                <a16:creationId xmlns:a16="http://schemas.microsoft.com/office/drawing/2014/main" id="{F905D08A-BD72-E394-3401-B792237C3177}"/>
              </a:ext>
            </a:extLst>
          </p:cNvPr>
          <p:cNvPicPr>
            <a:picLocks noChangeAspect="1"/>
          </p:cNvPicPr>
          <p:nvPr/>
        </p:nvPicPr>
        <p:blipFill>
          <a:blip r:embed="rId3"/>
          <a:stretch>
            <a:fillRect/>
          </a:stretch>
        </p:blipFill>
        <p:spPr>
          <a:xfrm>
            <a:off x="8684795" y="3429000"/>
            <a:ext cx="2650957" cy="3614941"/>
          </a:xfrm>
          <a:prstGeom prst="rect">
            <a:avLst/>
          </a:prstGeom>
        </p:spPr>
      </p:pic>
      <p:sp>
        <p:nvSpPr>
          <p:cNvPr id="10" name="Oval Callout 9">
            <a:extLst>
              <a:ext uri="{FF2B5EF4-FFF2-40B4-BE49-F238E27FC236}">
                <a16:creationId xmlns:a16="http://schemas.microsoft.com/office/drawing/2014/main" id="{993D4296-657E-EDD9-CF43-E366F6B09F0F}"/>
              </a:ext>
            </a:extLst>
          </p:cNvPr>
          <p:cNvSpPr/>
          <p:nvPr/>
        </p:nvSpPr>
        <p:spPr>
          <a:xfrm flipH="1">
            <a:off x="2406316" y="0"/>
            <a:ext cx="8217569" cy="3614940"/>
          </a:xfrm>
          <a:prstGeom prst="wedgeEllipseCallou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 name="TextBox 1">
            <a:extLst>
              <a:ext uri="{FF2B5EF4-FFF2-40B4-BE49-F238E27FC236}">
                <a16:creationId xmlns:a16="http://schemas.microsoft.com/office/drawing/2014/main" id="{D3262465-558D-7D75-1CD6-07752C4529BE}"/>
              </a:ext>
            </a:extLst>
          </p:cNvPr>
          <p:cNvSpPr txBox="1"/>
          <p:nvPr/>
        </p:nvSpPr>
        <p:spPr>
          <a:xfrm>
            <a:off x="3518214" y="1099062"/>
            <a:ext cx="6605752" cy="1754326"/>
          </a:xfrm>
          <a:prstGeom prst="rect">
            <a:avLst/>
          </a:prstGeom>
          <a:noFill/>
        </p:spPr>
        <p:txBody>
          <a:bodyPr wrap="square" rtlCol="0">
            <a:spAutoFit/>
          </a:bodyPr>
          <a:lstStyle/>
          <a:p>
            <a:r>
              <a:rPr lang="en-BE" dirty="0"/>
              <a:t>It was only in my power to provide you with some possible locations and I put squares on the wall there. You need to guess where the hidden door is. If you get 20 correct in a row, you will reach the treasure room.</a:t>
            </a:r>
          </a:p>
          <a:p>
            <a:endParaRPr lang="en-BE" dirty="0"/>
          </a:p>
          <a:p>
            <a:r>
              <a:rPr lang="en-BE" dirty="0"/>
              <a:t>Press space to continue</a:t>
            </a:r>
          </a:p>
        </p:txBody>
      </p:sp>
    </p:spTree>
    <p:extLst>
      <p:ext uri="{BB962C8B-B14F-4D97-AF65-F5344CB8AC3E}">
        <p14:creationId xmlns:p14="http://schemas.microsoft.com/office/powerpoint/2010/main" val="21291953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a:extLst>
            <a:ext uri="{FF2B5EF4-FFF2-40B4-BE49-F238E27FC236}">
              <a16:creationId xmlns:a16="http://schemas.microsoft.com/office/drawing/2014/main" id="{186E481B-BBCD-EBD7-4C32-AFC16E988675}"/>
            </a:ext>
          </a:extLst>
        </p:cNvPr>
        <p:cNvGrpSpPr/>
        <p:nvPr/>
      </p:nvGrpSpPr>
      <p:grpSpPr>
        <a:xfrm>
          <a:off x="0" y="0"/>
          <a:ext cx="0" cy="0"/>
          <a:chOff x="0" y="0"/>
          <a:chExt cx="0" cy="0"/>
        </a:xfrm>
      </p:grpSpPr>
      <p:pic>
        <p:nvPicPr>
          <p:cNvPr id="9" name="Picture 8" descr="A cartoon of a wizard&#10;&#10;AI-generated content may be incorrect.">
            <a:extLst>
              <a:ext uri="{FF2B5EF4-FFF2-40B4-BE49-F238E27FC236}">
                <a16:creationId xmlns:a16="http://schemas.microsoft.com/office/drawing/2014/main" id="{9BC58382-E386-F29E-464A-10C09D5C23A3}"/>
              </a:ext>
            </a:extLst>
          </p:cNvPr>
          <p:cNvPicPr>
            <a:picLocks noChangeAspect="1"/>
          </p:cNvPicPr>
          <p:nvPr/>
        </p:nvPicPr>
        <p:blipFill>
          <a:blip r:embed="rId3"/>
          <a:stretch>
            <a:fillRect/>
          </a:stretch>
        </p:blipFill>
        <p:spPr>
          <a:xfrm>
            <a:off x="8684795" y="3429000"/>
            <a:ext cx="2650957" cy="3614941"/>
          </a:xfrm>
          <a:prstGeom prst="rect">
            <a:avLst/>
          </a:prstGeom>
        </p:spPr>
      </p:pic>
      <p:sp>
        <p:nvSpPr>
          <p:cNvPr id="10" name="Oval Callout 9">
            <a:extLst>
              <a:ext uri="{FF2B5EF4-FFF2-40B4-BE49-F238E27FC236}">
                <a16:creationId xmlns:a16="http://schemas.microsoft.com/office/drawing/2014/main" id="{E1BC3871-F6FC-F4AE-2BB7-DD38F28D68E5}"/>
              </a:ext>
            </a:extLst>
          </p:cNvPr>
          <p:cNvSpPr/>
          <p:nvPr/>
        </p:nvSpPr>
        <p:spPr>
          <a:xfrm flipH="1">
            <a:off x="2406316" y="0"/>
            <a:ext cx="8217569" cy="3614940"/>
          </a:xfrm>
          <a:prstGeom prst="wedgeEllipseCallou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TextBox 10">
            <a:extLst>
              <a:ext uri="{FF2B5EF4-FFF2-40B4-BE49-F238E27FC236}">
                <a16:creationId xmlns:a16="http://schemas.microsoft.com/office/drawing/2014/main" id="{C5BE125F-779E-1760-B271-6B63D4A6E156}"/>
              </a:ext>
            </a:extLst>
          </p:cNvPr>
          <p:cNvSpPr txBox="1"/>
          <p:nvPr/>
        </p:nvSpPr>
        <p:spPr>
          <a:xfrm>
            <a:off x="3340768" y="1345805"/>
            <a:ext cx="6669505" cy="1477328"/>
          </a:xfrm>
          <a:prstGeom prst="rect">
            <a:avLst/>
          </a:prstGeom>
          <a:noFill/>
        </p:spPr>
        <p:txBody>
          <a:bodyPr wrap="square" rtlCol="0">
            <a:spAutoFit/>
          </a:bodyPr>
          <a:lstStyle/>
          <a:p>
            <a:r>
              <a:rPr lang="en-BE" dirty="0"/>
              <a:t>But be warned, after some time, you will go to the master castle, where all castles will be merged and the treasure in the room there will be huge! So it is in your best interest to learn all castles!</a:t>
            </a:r>
          </a:p>
          <a:p>
            <a:endParaRPr lang="en-BE" dirty="0"/>
          </a:p>
          <a:p>
            <a:r>
              <a:rPr lang="en-BE" dirty="0"/>
              <a:t>Press space to continue</a:t>
            </a:r>
          </a:p>
        </p:txBody>
      </p:sp>
    </p:spTree>
    <p:extLst>
      <p:ext uri="{BB962C8B-B14F-4D97-AF65-F5344CB8AC3E}">
        <p14:creationId xmlns:p14="http://schemas.microsoft.com/office/powerpoint/2010/main" val="12724672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a:extLst>
            <a:ext uri="{FF2B5EF4-FFF2-40B4-BE49-F238E27FC236}">
              <a16:creationId xmlns:a16="http://schemas.microsoft.com/office/drawing/2014/main" id="{5AAECE3A-9788-D95F-4575-D9C46528C238}"/>
            </a:ext>
          </a:extLst>
        </p:cNvPr>
        <p:cNvGrpSpPr/>
        <p:nvPr/>
      </p:nvGrpSpPr>
      <p:grpSpPr>
        <a:xfrm>
          <a:off x="0" y="0"/>
          <a:ext cx="0" cy="0"/>
          <a:chOff x="0" y="0"/>
          <a:chExt cx="0" cy="0"/>
        </a:xfrm>
      </p:grpSpPr>
      <p:pic>
        <p:nvPicPr>
          <p:cNvPr id="9" name="Picture 8" descr="A cartoon of a wizard&#10;&#10;AI-generated content may be incorrect.">
            <a:extLst>
              <a:ext uri="{FF2B5EF4-FFF2-40B4-BE49-F238E27FC236}">
                <a16:creationId xmlns:a16="http://schemas.microsoft.com/office/drawing/2014/main" id="{40E1BCCA-D59D-122C-A1D1-DAE97E646EF6}"/>
              </a:ext>
            </a:extLst>
          </p:cNvPr>
          <p:cNvPicPr>
            <a:picLocks noChangeAspect="1"/>
          </p:cNvPicPr>
          <p:nvPr/>
        </p:nvPicPr>
        <p:blipFill>
          <a:blip r:embed="rId3"/>
          <a:stretch>
            <a:fillRect/>
          </a:stretch>
        </p:blipFill>
        <p:spPr>
          <a:xfrm>
            <a:off x="8684795" y="3429000"/>
            <a:ext cx="2650957" cy="3614941"/>
          </a:xfrm>
          <a:prstGeom prst="rect">
            <a:avLst/>
          </a:prstGeom>
        </p:spPr>
      </p:pic>
      <p:sp>
        <p:nvSpPr>
          <p:cNvPr id="10" name="Oval Callout 9">
            <a:extLst>
              <a:ext uri="{FF2B5EF4-FFF2-40B4-BE49-F238E27FC236}">
                <a16:creationId xmlns:a16="http://schemas.microsoft.com/office/drawing/2014/main" id="{51255D50-5107-E53F-B360-32FD7DF2C207}"/>
              </a:ext>
            </a:extLst>
          </p:cNvPr>
          <p:cNvSpPr/>
          <p:nvPr/>
        </p:nvSpPr>
        <p:spPr>
          <a:xfrm flipH="1">
            <a:off x="2406316" y="0"/>
            <a:ext cx="8217569" cy="3614940"/>
          </a:xfrm>
          <a:prstGeom prst="wedgeEllipseCallou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2" name="TextBox 1">
            <a:extLst>
              <a:ext uri="{FF2B5EF4-FFF2-40B4-BE49-F238E27FC236}">
                <a16:creationId xmlns:a16="http://schemas.microsoft.com/office/drawing/2014/main" id="{AC858B4D-E552-F0CF-49F5-9C1CA64B2BF8}"/>
              </a:ext>
            </a:extLst>
          </p:cNvPr>
          <p:cNvSpPr txBox="1"/>
          <p:nvPr/>
        </p:nvSpPr>
        <p:spPr>
          <a:xfrm>
            <a:off x="3720662" y="1119352"/>
            <a:ext cx="5943600" cy="1477328"/>
          </a:xfrm>
          <a:prstGeom prst="rect">
            <a:avLst/>
          </a:prstGeom>
          <a:noFill/>
        </p:spPr>
        <p:txBody>
          <a:bodyPr wrap="square" rtlCol="0">
            <a:spAutoFit/>
          </a:bodyPr>
          <a:lstStyle/>
          <a:p>
            <a:r>
              <a:rPr lang="en-BE" dirty="0"/>
              <a:t>It is very important to know that not all castles are equally difficult. You can see that because in some castles, there are more possible doors. </a:t>
            </a:r>
          </a:p>
          <a:p>
            <a:endParaRPr lang="en-BE" dirty="0"/>
          </a:p>
          <a:p>
            <a:r>
              <a:rPr lang="en-BE" dirty="0"/>
              <a:t>Press space to continue</a:t>
            </a:r>
          </a:p>
        </p:txBody>
      </p:sp>
    </p:spTree>
    <p:extLst>
      <p:ext uri="{BB962C8B-B14F-4D97-AF65-F5344CB8AC3E}">
        <p14:creationId xmlns:p14="http://schemas.microsoft.com/office/powerpoint/2010/main" val="4138827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a:extLst>
            <a:ext uri="{FF2B5EF4-FFF2-40B4-BE49-F238E27FC236}">
              <a16:creationId xmlns:a16="http://schemas.microsoft.com/office/drawing/2014/main" id="{F01F0D92-6277-51D9-BA19-C3C70AFC4176}"/>
            </a:ext>
          </a:extLst>
        </p:cNvPr>
        <p:cNvGrpSpPr/>
        <p:nvPr/>
      </p:nvGrpSpPr>
      <p:grpSpPr>
        <a:xfrm>
          <a:off x="0" y="0"/>
          <a:ext cx="0" cy="0"/>
          <a:chOff x="0" y="0"/>
          <a:chExt cx="0" cy="0"/>
        </a:xfrm>
      </p:grpSpPr>
      <p:pic>
        <p:nvPicPr>
          <p:cNvPr id="9" name="Picture 8" descr="A cartoon of a wizard&#10;&#10;AI-generated content may be incorrect.">
            <a:extLst>
              <a:ext uri="{FF2B5EF4-FFF2-40B4-BE49-F238E27FC236}">
                <a16:creationId xmlns:a16="http://schemas.microsoft.com/office/drawing/2014/main" id="{138A8470-ABC3-93E9-D31B-52732AEC834B}"/>
              </a:ext>
            </a:extLst>
          </p:cNvPr>
          <p:cNvPicPr>
            <a:picLocks noChangeAspect="1"/>
          </p:cNvPicPr>
          <p:nvPr/>
        </p:nvPicPr>
        <p:blipFill>
          <a:blip r:embed="rId2"/>
          <a:stretch>
            <a:fillRect/>
          </a:stretch>
        </p:blipFill>
        <p:spPr>
          <a:xfrm>
            <a:off x="8684795" y="3429000"/>
            <a:ext cx="2650957" cy="3614941"/>
          </a:xfrm>
          <a:prstGeom prst="rect">
            <a:avLst/>
          </a:prstGeom>
        </p:spPr>
      </p:pic>
      <p:sp>
        <p:nvSpPr>
          <p:cNvPr id="10" name="Oval Callout 9">
            <a:extLst>
              <a:ext uri="{FF2B5EF4-FFF2-40B4-BE49-F238E27FC236}">
                <a16:creationId xmlns:a16="http://schemas.microsoft.com/office/drawing/2014/main" id="{869D54C1-569E-6072-A2B6-E16E8722844C}"/>
              </a:ext>
            </a:extLst>
          </p:cNvPr>
          <p:cNvSpPr/>
          <p:nvPr/>
        </p:nvSpPr>
        <p:spPr>
          <a:xfrm flipH="1">
            <a:off x="2406316" y="0"/>
            <a:ext cx="8217569" cy="3614940"/>
          </a:xfrm>
          <a:prstGeom prst="wedgeEllipseCallou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TextBox 10">
            <a:extLst>
              <a:ext uri="{FF2B5EF4-FFF2-40B4-BE49-F238E27FC236}">
                <a16:creationId xmlns:a16="http://schemas.microsoft.com/office/drawing/2014/main" id="{F15FE34A-7528-725D-F89A-F3C790D771CA}"/>
              </a:ext>
            </a:extLst>
          </p:cNvPr>
          <p:cNvSpPr txBox="1"/>
          <p:nvPr/>
        </p:nvSpPr>
        <p:spPr>
          <a:xfrm>
            <a:off x="3312695" y="1391335"/>
            <a:ext cx="6472989" cy="1477328"/>
          </a:xfrm>
          <a:prstGeom prst="rect">
            <a:avLst/>
          </a:prstGeom>
          <a:noFill/>
        </p:spPr>
        <p:txBody>
          <a:bodyPr wrap="square" rtlCol="0">
            <a:spAutoFit/>
          </a:bodyPr>
          <a:lstStyle/>
          <a:p>
            <a:r>
              <a:rPr lang="en-BE" dirty="0"/>
              <a:t>But very important. To help you a bit, I made sure that what you learn in the easier castles, can be used in later castles. The rules you uncover will remain the same. </a:t>
            </a:r>
          </a:p>
          <a:p>
            <a:endParaRPr lang="en-BE" dirty="0"/>
          </a:p>
          <a:p>
            <a:r>
              <a:rPr lang="en-BE" dirty="0"/>
              <a:t>Press space to continue</a:t>
            </a:r>
          </a:p>
        </p:txBody>
      </p:sp>
    </p:spTree>
    <p:extLst>
      <p:ext uri="{BB962C8B-B14F-4D97-AF65-F5344CB8AC3E}">
        <p14:creationId xmlns:p14="http://schemas.microsoft.com/office/powerpoint/2010/main" val="6434200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a:extLst>
            <a:ext uri="{FF2B5EF4-FFF2-40B4-BE49-F238E27FC236}">
              <a16:creationId xmlns:a16="http://schemas.microsoft.com/office/drawing/2014/main" id="{B368CEC8-970F-DD28-DBDB-6A085664DF95}"/>
            </a:ext>
          </a:extLst>
        </p:cNvPr>
        <p:cNvGrpSpPr/>
        <p:nvPr/>
      </p:nvGrpSpPr>
      <p:grpSpPr>
        <a:xfrm>
          <a:off x="0" y="0"/>
          <a:ext cx="0" cy="0"/>
          <a:chOff x="0" y="0"/>
          <a:chExt cx="0" cy="0"/>
        </a:xfrm>
      </p:grpSpPr>
      <p:pic>
        <p:nvPicPr>
          <p:cNvPr id="9" name="Picture 8" descr="A cartoon of a wizard&#10;&#10;AI-generated content may be incorrect.">
            <a:extLst>
              <a:ext uri="{FF2B5EF4-FFF2-40B4-BE49-F238E27FC236}">
                <a16:creationId xmlns:a16="http://schemas.microsoft.com/office/drawing/2014/main" id="{742BBDB0-A675-780F-9B42-F02408CD0963}"/>
              </a:ext>
            </a:extLst>
          </p:cNvPr>
          <p:cNvPicPr>
            <a:picLocks noChangeAspect="1"/>
          </p:cNvPicPr>
          <p:nvPr/>
        </p:nvPicPr>
        <p:blipFill>
          <a:blip r:embed="rId2"/>
          <a:stretch>
            <a:fillRect/>
          </a:stretch>
        </p:blipFill>
        <p:spPr>
          <a:xfrm>
            <a:off x="8684795" y="3429000"/>
            <a:ext cx="2650957" cy="3614941"/>
          </a:xfrm>
          <a:prstGeom prst="rect">
            <a:avLst/>
          </a:prstGeom>
        </p:spPr>
      </p:pic>
      <p:sp>
        <p:nvSpPr>
          <p:cNvPr id="10" name="Oval Callout 9">
            <a:extLst>
              <a:ext uri="{FF2B5EF4-FFF2-40B4-BE49-F238E27FC236}">
                <a16:creationId xmlns:a16="http://schemas.microsoft.com/office/drawing/2014/main" id="{B25DD7A7-51D6-7F59-FA53-E45ABD6A9C24}"/>
              </a:ext>
            </a:extLst>
          </p:cNvPr>
          <p:cNvSpPr/>
          <p:nvPr/>
        </p:nvSpPr>
        <p:spPr>
          <a:xfrm flipH="1">
            <a:off x="2406316" y="0"/>
            <a:ext cx="8217569" cy="3614940"/>
          </a:xfrm>
          <a:prstGeom prst="wedgeEllipseCallou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2" name="TextBox 1">
            <a:extLst>
              <a:ext uri="{FF2B5EF4-FFF2-40B4-BE49-F238E27FC236}">
                <a16:creationId xmlns:a16="http://schemas.microsoft.com/office/drawing/2014/main" id="{86B85BB5-4B63-FDD7-FA0F-41B6318C7A07}"/>
              </a:ext>
            </a:extLst>
          </p:cNvPr>
          <p:cNvSpPr txBox="1"/>
          <p:nvPr/>
        </p:nvSpPr>
        <p:spPr>
          <a:xfrm>
            <a:off x="3708768" y="1068806"/>
            <a:ext cx="6301505" cy="2031325"/>
          </a:xfrm>
          <a:prstGeom prst="rect">
            <a:avLst/>
          </a:prstGeom>
          <a:noFill/>
        </p:spPr>
        <p:txBody>
          <a:bodyPr wrap="square" rtlCol="0">
            <a:spAutoFit/>
          </a:bodyPr>
          <a:lstStyle/>
          <a:p>
            <a:r>
              <a:rPr lang="en-BE" dirty="0"/>
              <a:t>So, I will need to go to the order now, but let me introduce you to my dragon Norbert who will try to guide you. I was able to teach him about sizes of squares, colors and orientations and he will provide you with hints using these features. It is your job to figure out what the rules are! </a:t>
            </a:r>
          </a:p>
          <a:p>
            <a:endParaRPr lang="en-BE" dirty="0"/>
          </a:p>
          <a:p>
            <a:r>
              <a:rPr lang="en-BE" dirty="0"/>
              <a:t>Press space to continue</a:t>
            </a:r>
          </a:p>
        </p:txBody>
      </p:sp>
      <p:pic>
        <p:nvPicPr>
          <p:cNvPr id="3" name="Picture 2" descr="A green dragon with wings&#10;&#10;AI-generated content may be incorrect.">
            <a:extLst>
              <a:ext uri="{FF2B5EF4-FFF2-40B4-BE49-F238E27FC236}">
                <a16:creationId xmlns:a16="http://schemas.microsoft.com/office/drawing/2014/main" id="{AF4FF27D-E6F1-D33B-551D-5479C6A01EFC}"/>
              </a:ext>
            </a:extLst>
          </p:cNvPr>
          <p:cNvPicPr>
            <a:picLocks noChangeAspect="1"/>
          </p:cNvPicPr>
          <p:nvPr/>
        </p:nvPicPr>
        <p:blipFill>
          <a:blip r:embed="rId3"/>
          <a:stretch>
            <a:fillRect/>
          </a:stretch>
        </p:blipFill>
        <p:spPr>
          <a:xfrm>
            <a:off x="528387" y="3261560"/>
            <a:ext cx="3344779" cy="3334941"/>
          </a:xfrm>
          <a:prstGeom prst="rect">
            <a:avLst/>
          </a:prstGeom>
        </p:spPr>
      </p:pic>
    </p:spTree>
    <p:extLst>
      <p:ext uri="{BB962C8B-B14F-4D97-AF65-F5344CB8AC3E}">
        <p14:creationId xmlns:p14="http://schemas.microsoft.com/office/powerpoint/2010/main" val="889805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a:extLst>
            <a:ext uri="{FF2B5EF4-FFF2-40B4-BE49-F238E27FC236}">
              <a16:creationId xmlns:a16="http://schemas.microsoft.com/office/drawing/2014/main" id="{55A68DD0-30BC-1B05-6CC0-04352B941E8C}"/>
            </a:ext>
          </a:extLst>
        </p:cNvPr>
        <p:cNvGrpSpPr/>
        <p:nvPr/>
      </p:nvGrpSpPr>
      <p:grpSpPr>
        <a:xfrm>
          <a:off x="0" y="0"/>
          <a:ext cx="0" cy="0"/>
          <a:chOff x="0" y="0"/>
          <a:chExt cx="0" cy="0"/>
        </a:xfrm>
      </p:grpSpPr>
      <p:pic>
        <p:nvPicPr>
          <p:cNvPr id="9" name="Picture 8" descr="A cartoon of a wizard&#10;&#10;AI-generated content may be incorrect.">
            <a:extLst>
              <a:ext uri="{FF2B5EF4-FFF2-40B4-BE49-F238E27FC236}">
                <a16:creationId xmlns:a16="http://schemas.microsoft.com/office/drawing/2014/main" id="{0B3CB73B-C75B-6256-2CD2-C98396B35506}"/>
              </a:ext>
            </a:extLst>
          </p:cNvPr>
          <p:cNvPicPr>
            <a:picLocks noChangeAspect="1"/>
          </p:cNvPicPr>
          <p:nvPr/>
        </p:nvPicPr>
        <p:blipFill>
          <a:blip r:embed="rId2"/>
          <a:stretch>
            <a:fillRect/>
          </a:stretch>
        </p:blipFill>
        <p:spPr>
          <a:xfrm>
            <a:off x="8684795" y="3429000"/>
            <a:ext cx="2650957" cy="3614941"/>
          </a:xfrm>
          <a:prstGeom prst="rect">
            <a:avLst/>
          </a:prstGeom>
        </p:spPr>
      </p:pic>
      <p:sp>
        <p:nvSpPr>
          <p:cNvPr id="10" name="Oval Callout 9">
            <a:extLst>
              <a:ext uri="{FF2B5EF4-FFF2-40B4-BE49-F238E27FC236}">
                <a16:creationId xmlns:a16="http://schemas.microsoft.com/office/drawing/2014/main" id="{18DF2BEB-643E-EFE7-F452-FA4C1007B50C}"/>
              </a:ext>
            </a:extLst>
          </p:cNvPr>
          <p:cNvSpPr/>
          <p:nvPr/>
        </p:nvSpPr>
        <p:spPr>
          <a:xfrm flipH="1">
            <a:off x="2406315" y="261499"/>
            <a:ext cx="8217569" cy="3614940"/>
          </a:xfrm>
          <a:prstGeom prst="wedgeEllipseCallou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11" name="TextBox 10">
            <a:extLst>
              <a:ext uri="{FF2B5EF4-FFF2-40B4-BE49-F238E27FC236}">
                <a16:creationId xmlns:a16="http://schemas.microsoft.com/office/drawing/2014/main" id="{FCD1DFB9-DA5F-4D87-BE10-F86A6130D315}"/>
              </a:ext>
            </a:extLst>
          </p:cNvPr>
          <p:cNvSpPr txBox="1"/>
          <p:nvPr/>
        </p:nvSpPr>
        <p:spPr>
          <a:xfrm>
            <a:off x="3537284" y="1068806"/>
            <a:ext cx="6472989" cy="2585323"/>
          </a:xfrm>
          <a:prstGeom prst="rect">
            <a:avLst/>
          </a:prstGeom>
          <a:noFill/>
        </p:spPr>
        <p:txBody>
          <a:bodyPr wrap="square" rtlCol="0">
            <a:spAutoFit/>
          </a:bodyPr>
          <a:lstStyle/>
          <a:p>
            <a:r>
              <a:rPr lang="en-BE" dirty="0"/>
              <a:t>Here is an example of what I was able to learn him on such short notice: </a:t>
            </a:r>
          </a:p>
          <a:p>
            <a:endParaRPr lang="en-BE" dirty="0"/>
          </a:p>
          <a:p>
            <a:endParaRPr lang="en-BE" dirty="0"/>
          </a:p>
          <a:p>
            <a:endParaRPr lang="en-BE" dirty="0"/>
          </a:p>
          <a:p>
            <a:endParaRPr lang="en-BE" dirty="0"/>
          </a:p>
          <a:p>
            <a:endParaRPr lang="en-BE" dirty="0"/>
          </a:p>
          <a:p>
            <a:r>
              <a:rPr lang="en-BE" dirty="0"/>
              <a:t>Press space to continue</a:t>
            </a:r>
          </a:p>
          <a:p>
            <a:endParaRPr lang="en-BE" dirty="0"/>
          </a:p>
        </p:txBody>
      </p:sp>
      <p:pic>
        <p:nvPicPr>
          <p:cNvPr id="2" name="Picture 1" descr="A green dragon with wings&#10;&#10;AI-generated content may be incorrect.">
            <a:extLst>
              <a:ext uri="{FF2B5EF4-FFF2-40B4-BE49-F238E27FC236}">
                <a16:creationId xmlns:a16="http://schemas.microsoft.com/office/drawing/2014/main" id="{6FDC8E7D-FA2B-019B-9268-21D6318BFC85}"/>
              </a:ext>
            </a:extLst>
          </p:cNvPr>
          <p:cNvPicPr>
            <a:picLocks noChangeAspect="1"/>
          </p:cNvPicPr>
          <p:nvPr/>
        </p:nvPicPr>
        <p:blipFill>
          <a:blip r:embed="rId3"/>
          <a:stretch>
            <a:fillRect/>
          </a:stretch>
        </p:blipFill>
        <p:spPr>
          <a:xfrm>
            <a:off x="528387" y="3261560"/>
            <a:ext cx="3344779" cy="3334941"/>
          </a:xfrm>
          <a:prstGeom prst="rect">
            <a:avLst/>
          </a:prstGeom>
        </p:spPr>
      </p:pic>
      <p:sp>
        <p:nvSpPr>
          <p:cNvPr id="3" name="Rectangle 2">
            <a:extLst>
              <a:ext uri="{FF2B5EF4-FFF2-40B4-BE49-F238E27FC236}">
                <a16:creationId xmlns:a16="http://schemas.microsoft.com/office/drawing/2014/main" id="{6F3332F7-6BF5-8DC5-D98A-125DBE3D4A01}"/>
              </a:ext>
            </a:extLst>
          </p:cNvPr>
          <p:cNvSpPr/>
          <p:nvPr/>
        </p:nvSpPr>
        <p:spPr>
          <a:xfrm>
            <a:off x="5206561" y="1633036"/>
            <a:ext cx="2617076" cy="1277007"/>
          </a:xfrm>
          <a:prstGeom prst="rect">
            <a:avLst/>
          </a:prstGeom>
          <a:noFill/>
          <a:ln w="47625">
            <a:solidFill>
              <a:srgbClr val="1600D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5" name="Straight Connector 4">
            <a:extLst>
              <a:ext uri="{FF2B5EF4-FFF2-40B4-BE49-F238E27FC236}">
                <a16:creationId xmlns:a16="http://schemas.microsoft.com/office/drawing/2014/main" id="{1FCF0B07-23B1-9062-B3DB-97922B2B3117}"/>
              </a:ext>
            </a:extLst>
          </p:cNvPr>
          <p:cNvCxnSpPr>
            <a:cxnSpLocks/>
          </p:cNvCxnSpPr>
          <p:nvPr/>
        </p:nvCxnSpPr>
        <p:spPr>
          <a:xfrm>
            <a:off x="5797152" y="2068969"/>
            <a:ext cx="1435894" cy="433617"/>
          </a:xfrm>
          <a:prstGeom prst="line">
            <a:avLst/>
          </a:prstGeom>
          <a:ln w="47625">
            <a:solidFill>
              <a:srgbClr val="1600DB"/>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713673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a:extLst>
            <a:ext uri="{FF2B5EF4-FFF2-40B4-BE49-F238E27FC236}">
              <a16:creationId xmlns:a16="http://schemas.microsoft.com/office/drawing/2014/main" id="{03644398-22E3-9BA0-CDCA-71F6E962B660}"/>
            </a:ext>
          </a:extLst>
        </p:cNvPr>
        <p:cNvGrpSpPr/>
        <p:nvPr/>
      </p:nvGrpSpPr>
      <p:grpSpPr>
        <a:xfrm>
          <a:off x="0" y="0"/>
          <a:ext cx="0" cy="0"/>
          <a:chOff x="0" y="0"/>
          <a:chExt cx="0" cy="0"/>
        </a:xfrm>
      </p:grpSpPr>
      <p:pic>
        <p:nvPicPr>
          <p:cNvPr id="9" name="Picture 8" descr="A cartoon of a wizard&#10;&#10;AI-generated content may be incorrect.">
            <a:extLst>
              <a:ext uri="{FF2B5EF4-FFF2-40B4-BE49-F238E27FC236}">
                <a16:creationId xmlns:a16="http://schemas.microsoft.com/office/drawing/2014/main" id="{7DCEDBBE-8826-4E66-08B8-5C8CCD87F570}"/>
              </a:ext>
            </a:extLst>
          </p:cNvPr>
          <p:cNvPicPr>
            <a:picLocks noChangeAspect="1"/>
          </p:cNvPicPr>
          <p:nvPr/>
        </p:nvPicPr>
        <p:blipFill>
          <a:blip r:embed="rId2"/>
          <a:stretch>
            <a:fillRect/>
          </a:stretch>
        </p:blipFill>
        <p:spPr>
          <a:xfrm>
            <a:off x="8684795" y="3429000"/>
            <a:ext cx="2650957" cy="3614941"/>
          </a:xfrm>
          <a:prstGeom prst="rect">
            <a:avLst/>
          </a:prstGeom>
        </p:spPr>
      </p:pic>
      <p:sp>
        <p:nvSpPr>
          <p:cNvPr id="10" name="Oval Callout 9">
            <a:extLst>
              <a:ext uri="{FF2B5EF4-FFF2-40B4-BE49-F238E27FC236}">
                <a16:creationId xmlns:a16="http://schemas.microsoft.com/office/drawing/2014/main" id="{B060DA24-0056-4561-FFDD-600EB916A55D}"/>
              </a:ext>
            </a:extLst>
          </p:cNvPr>
          <p:cNvSpPr/>
          <p:nvPr/>
        </p:nvSpPr>
        <p:spPr>
          <a:xfrm flipH="1">
            <a:off x="2406315" y="261499"/>
            <a:ext cx="8217569" cy="3614940"/>
          </a:xfrm>
          <a:prstGeom prst="wedgeEllipseCallou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11" name="TextBox 10">
            <a:extLst>
              <a:ext uri="{FF2B5EF4-FFF2-40B4-BE49-F238E27FC236}">
                <a16:creationId xmlns:a16="http://schemas.microsoft.com/office/drawing/2014/main" id="{2F8FE044-DFA5-830C-51A5-91701499144C}"/>
              </a:ext>
            </a:extLst>
          </p:cNvPr>
          <p:cNvSpPr txBox="1"/>
          <p:nvPr/>
        </p:nvSpPr>
        <p:spPr>
          <a:xfrm>
            <a:off x="3537284" y="840379"/>
            <a:ext cx="6472989" cy="2862322"/>
          </a:xfrm>
          <a:prstGeom prst="rect">
            <a:avLst/>
          </a:prstGeom>
          <a:noFill/>
        </p:spPr>
        <p:txBody>
          <a:bodyPr wrap="square" rtlCol="0">
            <a:spAutoFit/>
          </a:bodyPr>
          <a:lstStyle/>
          <a:p>
            <a:r>
              <a:rPr lang="en-BE" dirty="0"/>
              <a:t>Norbert is able to change the color, the size of the square and the orientation of the line. </a:t>
            </a:r>
          </a:p>
          <a:p>
            <a:endParaRPr lang="en-BE" dirty="0"/>
          </a:p>
          <a:p>
            <a:endParaRPr lang="en-BE" dirty="0"/>
          </a:p>
          <a:p>
            <a:endParaRPr lang="en-BE" dirty="0"/>
          </a:p>
          <a:p>
            <a:endParaRPr lang="en-BE" dirty="0"/>
          </a:p>
          <a:p>
            <a:endParaRPr lang="en-BE" dirty="0"/>
          </a:p>
          <a:p>
            <a:endParaRPr lang="en-BE" dirty="0"/>
          </a:p>
          <a:p>
            <a:r>
              <a:rPr lang="en-BE" dirty="0"/>
              <a:t>Press space to continue</a:t>
            </a:r>
          </a:p>
          <a:p>
            <a:endParaRPr lang="en-BE" dirty="0"/>
          </a:p>
        </p:txBody>
      </p:sp>
      <p:pic>
        <p:nvPicPr>
          <p:cNvPr id="2" name="Picture 1" descr="A green dragon with wings&#10;&#10;AI-generated content may be incorrect.">
            <a:extLst>
              <a:ext uri="{FF2B5EF4-FFF2-40B4-BE49-F238E27FC236}">
                <a16:creationId xmlns:a16="http://schemas.microsoft.com/office/drawing/2014/main" id="{B630E386-C3A0-724E-C169-77433E24E3D6}"/>
              </a:ext>
            </a:extLst>
          </p:cNvPr>
          <p:cNvPicPr>
            <a:picLocks noChangeAspect="1"/>
          </p:cNvPicPr>
          <p:nvPr/>
        </p:nvPicPr>
        <p:blipFill>
          <a:blip r:embed="rId3"/>
          <a:stretch>
            <a:fillRect/>
          </a:stretch>
        </p:blipFill>
        <p:spPr>
          <a:xfrm>
            <a:off x="528387" y="3261560"/>
            <a:ext cx="3344779" cy="3334941"/>
          </a:xfrm>
          <a:prstGeom prst="rect">
            <a:avLst/>
          </a:prstGeom>
        </p:spPr>
      </p:pic>
      <p:sp>
        <p:nvSpPr>
          <p:cNvPr id="3" name="Rectangle 2">
            <a:extLst>
              <a:ext uri="{FF2B5EF4-FFF2-40B4-BE49-F238E27FC236}">
                <a16:creationId xmlns:a16="http://schemas.microsoft.com/office/drawing/2014/main" id="{82F653FA-3E73-B21A-F2BD-7059FCE07224}"/>
              </a:ext>
            </a:extLst>
          </p:cNvPr>
          <p:cNvSpPr/>
          <p:nvPr/>
        </p:nvSpPr>
        <p:spPr>
          <a:xfrm>
            <a:off x="5206561" y="1633036"/>
            <a:ext cx="2617076" cy="1277007"/>
          </a:xfrm>
          <a:prstGeom prst="rect">
            <a:avLst/>
          </a:prstGeom>
          <a:noFill/>
          <a:ln w="47625">
            <a:solidFill>
              <a:srgbClr val="1600D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5" name="Straight Connector 4">
            <a:extLst>
              <a:ext uri="{FF2B5EF4-FFF2-40B4-BE49-F238E27FC236}">
                <a16:creationId xmlns:a16="http://schemas.microsoft.com/office/drawing/2014/main" id="{998990F1-D930-305B-346B-1CFF5CF73E9E}"/>
              </a:ext>
            </a:extLst>
          </p:cNvPr>
          <p:cNvCxnSpPr>
            <a:cxnSpLocks/>
          </p:cNvCxnSpPr>
          <p:nvPr/>
        </p:nvCxnSpPr>
        <p:spPr>
          <a:xfrm>
            <a:off x="5797152" y="2054730"/>
            <a:ext cx="1435894" cy="433617"/>
          </a:xfrm>
          <a:prstGeom prst="line">
            <a:avLst/>
          </a:prstGeom>
          <a:ln w="47625">
            <a:solidFill>
              <a:srgbClr val="1600DB"/>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675543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a:extLst>
            <a:ext uri="{FF2B5EF4-FFF2-40B4-BE49-F238E27FC236}">
              <a16:creationId xmlns:a16="http://schemas.microsoft.com/office/drawing/2014/main" id="{844813CF-F0E0-A89D-9655-2427FA205C96}"/>
            </a:ext>
          </a:extLst>
        </p:cNvPr>
        <p:cNvGrpSpPr/>
        <p:nvPr/>
      </p:nvGrpSpPr>
      <p:grpSpPr>
        <a:xfrm>
          <a:off x="0" y="0"/>
          <a:ext cx="0" cy="0"/>
          <a:chOff x="0" y="0"/>
          <a:chExt cx="0" cy="0"/>
        </a:xfrm>
      </p:grpSpPr>
      <p:pic>
        <p:nvPicPr>
          <p:cNvPr id="9" name="Picture 8" descr="A cartoon of a wizard&#10;&#10;AI-generated content may be incorrect.">
            <a:extLst>
              <a:ext uri="{FF2B5EF4-FFF2-40B4-BE49-F238E27FC236}">
                <a16:creationId xmlns:a16="http://schemas.microsoft.com/office/drawing/2014/main" id="{2B171713-53AE-CFEA-7BC2-35AF0BD3FCC5}"/>
              </a:ext>
            </a:extLst>
          </p:cNvPr>
          <p:cNvPicPr>
            <a:picLocks noChangeAspect="1"/>
          </p:cNvPicPr>
          <p:nvPr/>
        </p:nvPicPr>
        <p:blipFill>
          <a:blip r:embed="rId2"/>
          <a:stretch>
            <a:fillRect/>
          </a:stretch>
        </p:blipFill>
        <p:spPr>
          <a:xfrm>
            <a:off x="8684795" y="3429000"/>
            <a:ext cx="2650957" cy="3614941"/>
          </a:xfrm>
          <a:prstGeom prst="rect">
            <a:avLst/>
          </a:prstGeom>
        </p:spPr>
      </p:pic>
      <p:sp>
        <p:nvSpPr>
          <p:cNvPr id="10" name="Oval Callout 9">
            <a:extLst>
              <a:ext uri="{FF2B5EF4-FFF2-40B4-BE49-F238E27FC236}">
                <a16:creationId xmlns:a16="http://schemas.microsoft.com/office/drawing/2014/main" id="{E5AB7CAC-20A3-641F-A192-0345EC3933EE}"/>
              </a:ext>
            </a:extLst>
          </p:cNvPr>
          <p:cNvSpPr/>
          <p:nvPr/>
        </p:nvSpPr>
        <p:spPr>
          <a:xfrm flipH="1">
            <a:off x="2406315" y="261499"/>
            <a:ext cx="8217569" cy="3614940"/>
          </a:xfrm>
          <a:prstGeom prst="wedgeEllipseCallou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11" name="TextBox 10">
            <a:extLst>
              <a:ext uri="{FF2B5EF4-FFF2-40B4-BE49-F238E27FC236}">
                <a16:creationId xmlns:a16="http://schemas.microsoft.com/office/drawing/2014/main" id="{D67DB5F0-A81D-3188-8F3C-43C332E9BEF4}"/>
              </a:ext>
            </a:extLst>
          </p:cNvPr>
          <p:cNvSpPr txBox="1"/>
          <p:nvPr/>
        </p:nvSpPr>
        <p:spPr>
          <a:xfrm>
            <a:off x="3537284" y="1468804"/>
            <a:ext cx="6472989" cy="1754326"/>
          </a:xfrm>
          <a:prstGeom prst="rect">
            <a:avLst/>
          </a:prstGeom>
          <a:noFill/>
        </p:spPr>
        <p:txBody>
          <a:bodyPr wrap="square" rtlCol="0">
            <a:spAutoFit/>
          </a:bodyPr>
          <a:lstStyle/>
          <a:p>
            <a:r>
              <a:rPr lang="en-BE" dirty="0"/>
              <a:t>With these features, Norbert will give you hints towards the location of the door using these three features. </a:t>
            </a:r>
          </a:p>
          <a:p>
            <a:r>
              <a:rPr lang="en-BE" dirty="0"/>
              <a:t>And remember, what you learn in an easier castle, can be learned in the more difficult ones. </a:t>
            </a:r>
          </a:p>
          <a:p>
            <a:endParaRPr lang="en-BE" dirty="0"/>
          </a:p>
          <a:p>
            <a:r>
              <a:rPr lang="en-BE" dirty="0"/>
              <a:t>Press space to continue</a:t>
            </a:r>
          </a:p>
        </p:txBody>
      </p:sp>
      <p:pic>
        <p:nvPicPr>
          <p:cNvPr id="2" name="Picture 1" descr="A green dragon with wings&#10;&#10;AI-generated content may be incorrect.">
            <a:extLst>
              <a:ext uri="{FF2B5EF4-FFF2-40B4-BE49-F238E27FC236}">
                <a16:creationId xmlns:a16="http://schemas.microsoft.com/office/drawing/2014/main" id="{2D050554-5052-A8BC-0169-3E0999C915CE}"/>
              </a:ext>
            </a:extLst>
          </p:cNvPr>
          <p:cNvPicPr>
            <a:picLocks noChangeAspect="1"/>
          </p:cNvPicPr>
          <p:nvPr/>
        </p:nvPicPr>
        <p:blipFill>
          <a:blip r:embed="rId3"/>
          <a:stretch>
            <a:fillRect/>
          </a:stretch>
        </p:blipFill>
        <p:spPr>
          <a:xfrm>
            <a:off x="528387" y="3261560"/>
            <a:ext cx="3344779" cy="3334941"/>
          </a:xfrm>
          <a:prstGeom prst="rect">
            <a:avLst/>
          </a:prstGeom>
        </p:spPr>
      </p:pic>
    </p:spTree>
    <p:extLst>
      <p:ext uri="{BB962C8B-B14F-4D97-AF65-F5344CB8AC3E}">
        <p14:creationId xmlns:p14="http://schemas.microsoft.com/office/powerpoint/2010/main" val="34771818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a:extLst>
            <a:ext uri="{FF2B5EF4-FFF2-40B4-BE49-F238E27FC236}">
              <a16:creationId xmlns:a16="http://schemas.microsoft.com/office/drawing/2014/main" id="{08F0489C-50AA-36F2-BB7A-E38DAEBE1368}"/>
            </a:ext>
          </a:extLst>
        </p:cNvPr>
        <p:cNvGrpSpPr/>
        <p:nvPr/>
      </p:nvGrpSpPr>
      <p:grpSpPr>
        <a:xfrm>
          <a:off x="0" y="0"/>
          <a:ext cx="0" cy="0"/>
          <a:chOff x="0" y="0"/>
          <a:chExt cx="0" cy="0"/>
        </a:xfrm>
      </p:grpSpPr>
      <p:pic>
        <p:nvPicPr>
          <p:cNvPr id="9" name="Picture 8" descr="A cartoon of a wizard&#10;&#10;AI-generated content may be incorrect.">
            <a:extLst>
              <a:ext uri="{FF2B5EF4-FFF2-40B4-BE49-F238E27FC236}">
                <a16:creationId xmlns:a16="http://schemas.microsoft.com/office/drawing/2014/main" id="{DE1E3FC4-DD91-F179-F12D-D30EC734515E}"/>
              </a:ext>
            </a:extLst>
          </p:cNvPr>
          <p:cNvPicPr>
            <a:picLocks noChangeAspect="1"/>
          </p:cNvPicPr>
          <p:nvPr/>
        </p:nvPicPr>
        <p:blipFill>
          <a:blip r:embed="rId2"/>
          <a:stretch>
            <a:fillRect/>
          </a:stretch>
        </p:blipFill>
        <p:spPr>
          <a:xfrm>
            <a:off x="8684795" y="3429000"/>
            <a:ext cx="2650957" cy="3614941"/>
          </a:xfrm>
          <a:prstGeom prst="rect">
            <a:avLst/>
          </a:prstGeom>
        </p:spPr>
      </p:pic>
      <p:sp>
        <p:nvSpPr>
          <p:cNvPr id="10" name="Oval Callout 9">
            <a:extLst>
              <a:ext uri="{FF2B5EF4-FFF2-40B4-BE49-F238E27FC236}">
                <a16:creationId xmlns:a16="http://schemas.microsoft.com/office/drawing/2014/main" id="{ABD0E7DF-63A7-11D5-5977-F2365408984D}"/>
              </a:ext>
            </a:extLst>
          </p:cNvPr>
          <p:cNvSpPr/>
          <p:nvPr/>
        </p:nvSpPr>
        <p:spPr>
          <a:xfrm flipH="1">
            <a:off x="2406316" y="0"/>
            <a:ext cx="8217569" cy="3614940"/>
          </a:xfrm>
          <a:prstGeom prst="wedgeEllipseCallou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dirty="0"/>
          </a:p>
        </p:txBody>
      </p:sp>
      <p:pic>
        <p:nvPicPr>
          <p:cNvPr id="2" name="Picture 1" descr="A green dragon with wings&#10;&#10;AI-generated content may be incorrect.">
            <a:extLst>
              <a:ext uri="{FF2B5EF4-FFF2-40B4-BE49-F238E27FC236}">
                <a16:creationId xmlns:a16="http://schemas.microsoft.com/office/drawing/2014/main" id="{1BCD192B-A5B2-0FAA-DD2B-14FA78B04F69}"/>
              </a:ext>
            </a:extLst>
          </p:cNvPr>
          <p:cNvPicPr>
            <a:picLocks noChangeAspect="1"/>
          </p:cNvPicPr>
          <p:nvPr/>
        </p:nvPicPr>
        <p:blipFill>
          <a:blip r:embed="rId3"/>
          <a:stretch>
            <a:fillRect/>
          </a:stretch>
        </p:blipFill>
        <p:spPr>
          <a:xfrm>
            <a:off x="528387" y="3261560"/>
            <a:ext cx="3344779" cy="3334941"/>
          </a:xfrm>
          <a:prstGeom prst="rect">
            <a:avLst/>
          </a:prstGeom>
        </p:spPr>
      </p:pic>
      <p:sp>
        <p:nvSpPr>
          <p:cNvPr id="3" name="TextBox 2">
            <a:extLst>
              <a:ext uri="{FF2B5EF4-FFF2-40B4-BE49-F238E27FC236}">
                <a16:creationId xmlns:a16="http://schemas.microsoft.com/office/drawing/2014/main" id="{04126421-0619-A202-F6FC-361758A50DAE}"/>
              </a:ext>
            </a:extLst>
          </p:cNvPr>
          <p:cNvSpPr txBox="1"/>
          <p:nvPr/>
        </p:nvSpPr>
        <p:spPr>
          <a:xfrm>
            <a:off x="3007895" y="938463"/>
            <a:ext cx="7026442" cy="2031325"/>
          </a:xfrm>
          <a:prstGeom prst="rect">
            <a:avLst/>
          </a:prstGeom>
          <a:noFill/>
        </p:spPr>
        <p:txBody>
          <a:bodyPr wrap="square" rtlCol="0">
            <a:spAutoFit/>
          </a:bodyPr>
          <a:lstStyle/>
          <a:p>
            <a:r>
              <a:rPr lang="en-BE" dirty="0"/>
              <a:t>If you guess a door correctly, you can stay in the castle and try to get to the treasure room, but if you’re wrong, you are thrown out of the castle, but you can try again. Click on the castles and doors with your mouse to choose. </a:t>
            </a:r>
          </a:p>
          <a:p>
            <a:endParaRPr lang="en-BE" dirty="0"/>
          </a:p>
          <a:p>
            <a:r>
              <a:rPr lang="en-BE" dirty="0"/>
              <a:t>Good luck!  Press space to continue</a:t>
            </a:r>
          </a:p>
          <a:p>
            <a:endParaRPr lang="en-BE" dirty="0"/>
          </a:p>
        </p:txBody>
      </p:sp>
    </p:spTree>
    <p:extLst>
      <p:ext uri="{BB962C8B-B14F-4D97-AF65-F5344CB8AC3E}">
        <p14:creationId xmlns:p14="http://schemas.microsoft.com/office/powerpoint/2010/main" val="9001693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2">
            <a:lumMod val="50000"/>
          </a:schemeClr>
        </a:solidFill>
        <a:effectLst/>
      </p:bgPr>
    </p:bg>
    <p:spTree>
      <p:nvGrpSpPr>
        <p:cNvPr id="1" name=""/>
        <p:cNvGrpSpPr/>
        <p:nvPr/>
      </p:nvGrpSpPr>
      <p:grpSpPr>
        <a:xfrm>
          <a:off x="0" y="0"/>
          <a:ext cx="0" cy="0"/>
          <a:chOff x="0" y="0"/>
          <a:chExt cx="0" cy="0"/>
        </a:xfrm>
      </p:grpSpPr>
      <p:pic>
        <p:nvPicPr>
          <p:cNvPr id="6" name="Picture 5" descr="A purple cloud with yellow stars&#10;&#10;AI-generated content may be incorrect.">
            <a:extLst>
              <a:ext uri="{FF2B5EF4-FFF2-40B4-BE49-F238E27FC236}">
                <a16:creationId xmlns:a16="http://schemas.microsoft.com/office/drawing/2014/main" id="{F2293B01-5389-0559-FC98-85EC3C9F294C}"/>
              </a:ext>
            </a:extLst>
          </p:cNvPr>
          <p:cNvPicPr>
            <a:picLocks noChangeAspect="1"/>
          </p:cNvPicPr>
          <p:nvPr/>
        </p:nvPicPr>
        <p:blipFill>
          <a:blip r:embed="rId3"/>
          <a:stretch>
            <a:fillRect/>
          </a:stretch>
        </p:blipFill>
        <p:spPr>
          <a:xfrm>
            <a:off x="8318836" y="3801270"/>
            <a:ext cx="2819400" cy="2255520"/>
          </a:xfrm>
          <a:prstGeom prst="rect">
            <a:avLst/>
          </a:prstGeom>
        </p:spPr>
      </p:pic>
      <p:pic>
        <p:nvPicPr>
          <p:cNvPr id="2" name="Picture 1" descr="A green dragon with wings&#10;&#10;AI-generated content may be incorrect.">
            <a:extLst>
              <a:ext uri="{FF2B5EF4-FFF2-40B4-BE49-F238E27FC236}">
                <a16:creationId xmlns:a16="http://schemas.microsoft.com/office/drawing/2014/main" id="{D76B298B-B85E-2B8B-3F23-B48CD1553881}"/>
              </a:ext>
            </a:extLst>
          </p:cNvPr>
          <p:cNvPicPr>
            <a:picLocks noChangeAspect="1"/>
          </p:cNvPicPr>
          <p:nvPr/>
        </p:nvPicPr>
        <p:blipFill>
          <a:blip r:embed="rId4"/>
          <a:stretch>
            <a:fillRect/>
          </a:stretch>
        </p:blipFill>
        <p:spPr>
          <a:xfrm>
            <a:off x="528387" y="3261560"/>
            <a:ext cx="3344779" cy="3334941"/>
          </a:xfrm>
          <a:prstGeom prst="rect">
            <a:avLst/>
          </a:prstGeom>
        </p:spPr>
      </p:pic>
      <p:sp>
        <p:nvSpPr>
          <p:cNvPr id="3" name="TextBox 2">
            <a:extLst>
              <a:ext uri="{FF2B5EF4-FFF2-40B4-BE49-F238E27FC236}">
                <a16:creationId xmlns:a16="http://schemas.microsoft.com/office/drawing/2014/main" id="{C6FA1E9B-BFC9-A58C-181A-29897F2D0688}"/>
              </a:ext>
            </a:extLst>
          </p:cNvPr>
          <p:cNvSpPr txBox="1"/>
          <p:nvPr/>
        </p:nvSpPr>
        <p:spPr>
          <a:xfrm>
            <a:off x="3873166" y="1436914"/>
            <a:ext cx="7068457" cy="369332"/>
          </a:xfrm>
          <a:prstGeom prst="rect">
            <a:avLst/>
          </a:prstGeom>
          <a:noFill/>
        </p:spPr>
        <p:txBody>
          <a:bodyPr wrap="square" rtlCol="0">
            <a:spAutoFit/>
          </a:bodyPr>
          <a:lstStyle/>
          <a:p>
            <a:r>
              <a:rPr lang="en-BE" dirty="0"/>
              <a:t>Press space to start the experiment</a:t>
            </a:r>
          </a:p>
        </p:txBody>
      </p:sp>
    </p:spTree>
    <p:extLst>
      <p:ext uri="{BB962C8B-B14F-4D97-AF65-F5344CB8AC3E}">
        <p14:creationId xmlns:p14="http://schemas.microsoft.com/office/powerpoint/2010/main" val="61555178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287</TotalTime>
  <Words>560</Words>
  <Application>Microsoft Macintosh PowerPoint</Application>
  <PresentationFormat>Widescreen</PresentationFormat>
  <Paragraphs>54</Paragraphs>
  <Slides>13</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Ward Claeys</dc:creator>
  <cp:lastModifiedBy>Ward Claeys</cp:lastModifiedBy>
  <cp:revision>7</cp:revision>
  <dcterms:created xsi:type="dcterms:W3CDTF">2025-10-31T11:48:36Z</dcterms:created>
  <dcterms:modified xsi:type="dcterms:W3CDTF">2025-11-03T09:34:01Z</dcterms:modified>
</cp:coreProperties>
</file>